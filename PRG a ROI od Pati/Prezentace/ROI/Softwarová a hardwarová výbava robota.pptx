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3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356CE1-5A94-20EA-F014-5A0F2A881DC2}" name="Jirásek Matěj" initials="JM" userId="S::jirasek.matej@student.sposdk.cz::15b5e65a-6d98-4d87-bd28-489c69e61dbc" providerId="AD"/>
  <p188:author id="{C4C515EB-C7DE-D9E5-BEDC-F90B33496BB0}" name="Dombai Štefan" initials="DŠ" userId="S::dombai.stefan@student.sposdk.cz::0b548a6d-855f-4746-8238-14381621d6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A81CF-4585-2B50-388D-AC7EAAC4BF8D}" v="1" dt="2026-01-17T16:35:28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chař Martin" userId="S::kuchar.martin@student.sposdk.cz::bdf7a19e-647e-4f26-b105-082c21d9f27d" providerId="AD" clId="Web-{39AA81CF-4585-2B50-388D-AC7EAAC4BF8D}"/>
    <pc:docChg chg="modSld">
      <pc:chgData name="Kuchař Martin" userId="S::kuchar.martin@student.sposdk.cz::bdf7a19e-647e-4f26-b105-082c21d9f27d" providerId="AD" clId="Web-{39AA81CF-4585-2B50-388D-AC7EAAC4BF8D}" dt="2026-01-17T16:35:28.975" v="0"/>
      <pc:docMkLst>
        <pc:docMk/>
      </pc:docMkLst>
      <pc:sldChg chg="delSp">
        <pc:chgData name="Kuchař Martin" userId="S::kuchar.martin@student.sposdk.cz::bdf7a19e-647e-4f26-b105-082c21d9f27d" providerId="AD" clId="Web-{39AA81CF-4585-2B50-388D-AC7EAAC4BF8D}" dt="2026-01-17T16:35:28.975" v="0"/>
        <pc:sldMkLst>
          <pc:docMk/>
          <pc:sldMk cId="1875886948" sldId="258"/>
        </pc:sldMkLst>
        <pc:picChg chg="del">
          <ac:chgData name="Kuchař Martin" userId="S::kuchar.martin@student.sposdk.cz::bdf7a19e-647e-4f26-b105-082c21d9f27d" providerId="AD" clId="Web-{39AA81CF-4585-2B50-388D-AC7EAAC4BF8D}" dt="2026-01-17T16:35:28.975" v="0"/>
          <ac:picMkLst>
            <pc:docMk/>
            <pc:sldMk cId="1875886948" sldId="258"/>
            <ac:picMk id="3" creationId="{86582364-7C2D-4593-C1DA-3E66D7FC1E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5627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673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86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72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999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732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247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197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103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2178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947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036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2587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68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178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3475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17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380EDA5-B4DB-46B3-8FF9-8321682C5D23}" type="datetimeFigureOut">
              <a:rPr lang="cs-CZ" smtClean="0"/>
              <a:t>17.01.2026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057D4AF-30EF-415B-8556-5F5E0F3B0A1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428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4" descr="Obsah obrázku okno, osoba, oblek, oblečený&#10;&#10;Popis se vygeneroval automaticky.">
            <a:extLst>
              <a:ext uri="{FF2B5EF4-FFF2-40B4-BE49-F238E27FC236}">
                <a16:creationId xmlns:a16="http://schemas.microsoft.com/office/drawing/2014/main" id="{1D66CC11-D550-9921-A3DE-DDF564118B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26795"/>
          <a:stretch/>
        </p:blipFill>
        <p:spPr>
          <a:xfrm>
            <a:off x="1" y="-65319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12" name="Freeform: Shape 8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91E93A7-6C7F-4F77-9CB0-280D958EF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FE29CFF-691A-2B82-50C7-194DFE1A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199" y="4854346"/>
            <a:ext cx="10407602" cy="86802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cs-CZ" sz="3700">
                <a:solidFill>
                  <a:srgbClr val="EBEBEB"/>
                </a:solidFill>
              </a:rPr>
              <a:t>Softwarová a hardwarová výbava robota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70F4ACD-D147-E02F-C19D-A05865DC3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199" y="5722374"/>
            <a:ext cx="10407602" cy="487924"/>
          </a:xfrm>
        </p:spPr>
        <p:txBody>
          <a:bodyPr>
            <a:normAutofit/>
          </a:bodyPr>
          <a:lstStyle/>
          <a:p>
            <a:pPr algn="ctr"/>
            <a:endParaRPr lang="cs-CZ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2856" y="3785499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13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DCC5F0-510B-7087-EB1E-8E1632D0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Co je to software a hardware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F6D8E76-AED3-8D0A-7E48-472D1586E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Software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5064EBDF-DAA8-FFC4-D102-38D1690D78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/>
              <a:t>Jsou všechny programy a operační systém daného robota</a:t>
            </a:r>
          </a:p>
          <a:p>
            <a:r>
              <a:rPr lang="cs-CZ"/>
              <a:t>Kdy software budeme rozdělovat na OS daného robota a pak následně na programy dle kterých následně vykonává činnost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90B7247F-BB2F-F9D8-9441-B745E2779D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/>
              <a:t>Hardware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19BA7004-6BB2-EFB6-4FA8-FF61ABB2AF3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/>
              <a:t>Jsou všechny fyzické součástky/komponenty „cokoliv na co si mohu sáhnout“ </a:t>
            </a:r>
          </a:p>
          <a:p>
            <a:r>
              <a:rPr lang="cs-CZ"/>
              <a:t>Kdy můžeme rozdělit HW podle toho k čemu slouží (pohyb, motor, nástroj, atd)</a:t>
            </a:r>
          </a:p>
        </p:txBody>
      </p:sp>
    </p:spTree>
    <p:extLst>
      <p:ext uri="{BB962C8B-B14F-4D97-AF65-F5344CB8AC3E}">
        <p14:creationId xmlns:p14="http://schemas.microsoft.com/office/powerpoint/2010/main" val="2620787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195A5AB8-D28B-8A24-3AE4-7E3AF2D1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Hardware – pohybové možnosti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96CC9BD5-8645-9711-497E-05FFA998CCD2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-10800000" flipV="1">
            <a:off x="1154954" y="2468593"/>
            <a:ext cx="8825659" cy="4171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Pomocí kol kdy bude mít minimálně jednu nápravu poháněnou</a:t>
            </a:r>
          </a:p>
          <a:p>
            <a:r>
              <a:rPr lang="cs-CZ"/>
              <a:t>Pomocí pásů kdy obě dvě strany budou poháněny aby mohl zatáčet</a:t>
            </a:r>
          </a:p>
          <a:p>
            <a:r>
              <a:rPr lang="cs-CZ"/>
              <a:t>Pomocí kolejnice kdy se robot může pohybovat jen po dráze vymezené kolejemi</a:t>
            </a:r>
          </a:p>
          <a:p>
            <a:r>
              <a:rPr lang="cs-CZ"/>
              <a:t>Pomocí „létání“ př drony kdy robot bude vybaven menšími vrtulemi a gyroskopem a díky tomu bude schopen se udržet stabilně </a:t>
            </a:r>
          </a:p>
          <a:p>
            <a:r>
              <a:rPr lang="cs-CZ"/>
              <a:t>Pomocí „chůze“</a:t>
            </a:r>
          </a:p>
        </p:txBody>
      </p:sp>
    </p:spTree>
    <p:extLst>
      <p:ext uri="{BB962C8B-B14F-4D97-AF65-F5344CB8AC3E}">
        <p14:creationId xmlns:p14="http://schemas.microsoft.com/office/powerpoint/2010/main" val="187588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F20263-22D7-159C-99D3-52E55DA89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Hardware - pohon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8920F8-11E4-FA31-1072-29997808B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Pneumatický:</a:t>
            </a:r>
          </a:p>
          <a:p>
            <a:pPr lvl="1"/>
            <a:r>
              <a:rPr lang="cs-CZ"/>
              <a:t>K pohonu/pohybu se používá silně stlačený vzduch využívalo se to hlavně dříve dnes ještě v pneumatických nástrojích </a:t>
            </a:r>
          </a:p>
          <a:p>
            <a:r>
              <a:rPr lang="cs-CZ"/>
              <a:t>Hydraulický:</a:t>
            </a:r>
          </a:p>
          <a:p>
            <a:pPr lvl="1"/>
            <a:r>
              <a:rPr lang="cs-CZ"/>
              <a:t>K pohonu/pohybu se používá hydraulický olej a principem je využití Pascalova zákonu.</a:t>
            </a:r>
          </a:p>
          <a:p>
            <a:r>
              <a:rPr lang="cs-CZ"/>
              <a:t>Elektrický:</a:t>
            </a:r>
          </a:p>
          <a:p>
            <a:pPr lvl="1"/>
            <a:r>
              <a:rPr lang="cs-CZ"/>
              <a:t>K pohonu/pohybu se používá elektrické energie v elektromotorech kdy je můžeme rozdělit na krokové motory, a pak na synchronní a asynchronní</a:t>
            </a:r>
          </a:p>
        </p:txBody>
      </p:sp>
    </p:spTree>
    <p:extLst>
      <p:ext uri="{BB962C8B-B14F-4D97-AF65-F5344CB8AC3E}">
        <p14:creationId xmlns:p14="http://schemas.microsoft.com/office/powerpoint/2010/main" val="168924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0E3AF4-E0D8-F6DC-3617-F1CE0470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Hardware – komponenty konstrukce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A14EFB-EA70-8A56-80D0-9B31E65B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Klouby = díky nim je schopen pohybovat většinou po jedné ose (jednodušší  pro konstrukci)</a:t>
            </a:r>
          </a:p>
          <a:p>
            <a:r>
              <a:rPr lang="cs-CZ" dirty="0"/>
              <a:t>Ložiska</a:t>
            </a:r>
          </a:p>
          <a:p>
            <a:r>
              <a:rPr lang="cs-CZ" dirty="0"/>
              <a:t>Základní ocelové/hliníkové/nerezové/titanové/atd konstrukce – tvoří kostru robota</a:t>
            </a:r>
          </a:p>
          <a:p>
            <a:r>
              <a:rPr lang="cs-CZ" dirty="0"/>
              <a:t>?Nápady můžete doplnit pokud sem budou patřit?</a:t>
            </a:r>
          </a:p>
        </p:txBody>
      </p:sp>
    </p:spTree>
    <p:extLst>
      <p:ext uri="{BB962C8B-B14F-4D97-AF65-F5344CB8AC3E}">
        <p14:creationId xmlns:p14="http://schemas.microsoft.com/office/powerpoint/2010/main" val="138770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7F83F5-E57A-FE48-F2AA-DFCB6B84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Výrobní/užitkový nástroj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B9135D-B3E7-EE2F-7B7A-9D57E4B06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Ruka/Dráp/Magnet: Se využívá k přenosu objektů</a:t>
            </a:r>
          </a:p>
          <a:p>
            <a:r>
              <a:rPr lang="cs-CZ"/>
              <a:t>Svářečka/Řezačka: Použití k přesného řezání či sváření kdy se pohybuj s přesností na mm</a:t>
            </a:r>
          </a:p>
          <a:p>
            <a:r>
              <a:rPr lang="cs-CZ"/>
              <a:t>Barevnou pistoli: Slouží k přesnému nánosu barvy</a:t>
            </a:r>
          </a:p>
          <a:p>
            <a:r>
              <a:rPr lang="cs-CZ"/>
              <a:t>Výrobní linka: celková výrobní linka na specifickou část „Linka v potravinářském průmyslu“</a:t>
            </a:r>
          </a:p>
        </p:txBody>
      </p:sp>
    </p:spTree>
    <p:extLst>
      <p:ext uri="{BB962C8B-B14F-4D97-AF65-F5344CB8AC3E}">
        <p14:creationId xmlns:p14="http://schemas.microsoft.com/office/powerpoint/2010/main" val="37685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DA8B1-4F37-400C-1D3A-9B1C8D17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Software – Jazyky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8CBB03-E983-3C03-0379-04D4ECAE1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758984" cy="3416300"/>
          </a:xfrm>
        </p:spPr>
        <p:txBody>
          <a:bodyPr/>
          <a:lstStyle/>
          <a:p>
            <a:r>
              <a:rPr lang="cs-CZ"/>
              <a:t>C/C</a:t>
            </a:r>
            <a:r>
              <a:rPr lang="en-GB"/>
              <a:t>++</a:t>
            </a:r>
            <a:endParaRPr lang="cs-CZ"/>
          </a:p>
          <a:p>
            <a:r>
              <a:rPr lang="cs-CZ"/>
              <a:t>Python</a:t>
            </a:r>
          </a:p>
          <a:p>
            <a:r>
              <a:rPr lang="cs-CZ"/>
              <a:t>Java</a:t>
            </a:r>
          </a:p>
          <a:p>
            <a:r>
              <a:rPr lang="cs-CZ" err="1"/>
              <a:t>Matlab</a:t>
            </a:r>
            <a:r>
              <a:rPr lang="cs-CZ"/>
              <a:t> </a:t>
            </a:r>
            <a:r>
              <a:rPr lang="en-GB"/>
              <a:t>+</a:t>
            </a:r>
            <a:r>
              <a:rPr lang="cs-CZ"/>
              <a:t> </a:t>
            </a:r>
            <a:r>
              <a:rPr lang="cs-CZ" err="1"/>
              <a:t>Robotics</a:t>
            </a:r>
            <a:endParaRPr lang="cs-CZ"/>
          </a:p>
          <a:p>
            <a:r>
              <a:rPr lang="cs-CZ"/>
              <a:t>HDL</a:t>
            </a:r>
          </a:p>
          <a:p>
            <a:r>
              <a:rPr lang="cs-CZ"/>
              <a:t>RAPID/KLR/</a:t>
            </a:r>
            <a:r>
              <a:rPr lang="cs-CZ" err="1"/>
              <a:t>URScript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950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F06F37-1E73-7B36-7FEA-C8B2B1C6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Největší softwary společností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F793A7-030D-1392-DAA1-25688568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ABB</a:t>
            </a:r>
          </a:p>
          <a:p>
            <a:r>
              <a:rPr lang="cs-CZ" err="1"/>
              <a:t>AIBrain</a:t>
            </a:r>
            <a:endParaRPr lang="cs-CZ"/>
          </a:p>
          <a:p>
            <a:r>
              <a:rPr lang="cs-CZ" err="1"/>
              <a:t>Energid</a:t>
            </a:r>
            <a:r>
              <a:rPr lang="cs-CZ"/>
              <a:t> Technologies </a:t>
            </a:r>
          </a:p>
          <a:p>
            <a:r>
              <a:rPr lang="cs-CZ"/>
              <a:t>H2O.ai</a:t>
            </a:r>
          </a:p>
          <a:p>
            <a:r>
              <a:rPr lang="cs-CZ"/>
              <a:t>IBM</a:t>
            </a:r>
          </a:p>
          <a:p>
            <a:r>
              <a:rPr lang="cs-CZ"/>
              <a:t>NVIDIA</a:t>
            </a:r>
          </a:p>
          <a:p>
            <a:r>
              <a:rPr lang="cs-CZ"/>
              <a:t>Oxpotica</a:t>
            </a:r>
          </a:p>
        </p:txBody>
      </p:sp>
    </p:spTree>
    <p:extLst>
      <p:ext uri="{BB962C8B-B14F-4D97-AF65-F5344CB8AC3E}">
        <p14:creationId xmlns:p14="http://schemas.microsoft.com/office/powerpoint/2010/main" val="23912618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5d0b3a-5afd-4566-a540-f3ce1b5d529b" xsi:nil="true"/>
    <lcf76f155ced4ddcb4097134ff3c332f xmlns="d393425e-d4e3-48f6-8952-b2c63cbae98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1D7E93BD70414F93A358753560809F" ma:contentTypeVersion="14" ma:contentTypeDescription="Vytvoří nový dokument" ma:contentTypeScope="" ma:versionID="b312a0a8eea1aa360118841a1aa8657e">
  <xsd:schema xmlns:xsd="http://www.w3.org/2001/XMLSchema" xmlns:xs="http://www.w3.org/2001/XMLSchema" xmlns:p="http://schemas.microsoft.com/office/2006/metadata/properties" xmlns:ns2="d393425e-d4e3-48f6-8952-b2c63cbae987" xmlns:ns3="f95d0b3a-5afd-4566-a540-f3ce1b5d529b" targetNamespace="http://schemas.microsoft.com/office/2006/metadata/properties" ma:root="true" ma:fieldsID="73cd50e221e806cc1046d880253c0d21" ns2:_="" ns3:_="">
    <xsd:import namespace="d393425e-d4e3-48f6-8952-b2c63cbae987"/>
    <xsd:import namespace="f95d0b3a-5afd-4566-a540-f3ce1b5d529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93425e-d4e3-48f6-8952-b2c63cbae98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Značky obrázků" ma:readOnly="false" ma:fieldId="{5cf76f15-5ced-4ddc-b409-7134ff3c332f}" ma:taxonomyMulti="true" ma:sspId="c996778c-7e51-4d6c-87e8-025be02447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d0b3a-5afd-4566-a540-f3ce1b5d529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ce55b5f-388a-409f-9858-f29b5231979a}" ma:internalName="TaxCatchAll" ma:showField="CatchAllData" ma:web="f95d0b3a-5afd-4566-a540-f3ce1b5d5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7FBAE3-10A6-4FFE-8A9A-1CBFAABAD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CD809E-4DE5-478C-A492-23C7FC376DF9}">
  <ds:schemaRefs>
    <ds:schemaRef ds:uri="f95d0b3a-5afd-4566-a540-f3ce1b5d529b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d393425e-d4e3-48f6-8952-b2c63cbae987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26AC9E5-044E-4CC5-A7F6-63ED845D9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93425e-d4e3-48f6-8952-b2c63cbae987"/>
    <ds:schemaRef ds:uri="f95d0b3a-5afd-4566-a540-f3ce1b5d5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331</Words>
  <Application>Microsoft Office PowerPoint</Application>
  <PresentationFormat>Širokoúhlá obrazovka</PresentationFormat>
  <Paragraphs>46</Paragraphs>
  <Slides>8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Ion Boardroom</vt:lpstr>
      <vt:lpstr>Softwarová a hardwarová výbava robota </vt:lpstr>
      <vt:lpstr>Co je to software a hardware</vt:lpstr>
      <vt:lpstr>Hardware – pohybové možnosti</vt:lpstr>
      <vt:lpstr>Hardware - pohon</vt:lpstr>
      <vt:lpstr>Hardware – komponenty konstrukce</vt:lpstr>
      <vt:lpstr>Výrobní/užitkový nástroj</vt:lpstr>
      <vt:lpstr>Software – Jazyky </vt:lpstr>
      <vt:lpstr>Největší softwary společností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Softwarová a hardwarová výbava robota </dc:title>
  <dc:creator>Patrik Bracinik</dc:creator>
  <cp:lastModifiedBy>Kovařík Radek</cp:lastModifiedBy>
  <cp:revision>5</cp:revision>
  <dcterms:created xsi:type="dcterms:W3CDTF">2023-02-06T10:26:56Z</dcterms:created>
  <dcterms:modified xsi:type="dcterms:W3CDTF">2026-01-17T16:35:29Z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0x010100001D7E93BD70414F93A358753560809F</vt:lpwstr>
  </property>
  <property fmtid="{D5CDD505-2E9C-101B-9397-08002B2CF9AE}" pid="3" name="MediaServiceImageTags">
    <vt:lpwstr/>
  </property>
</Properties>
</file>
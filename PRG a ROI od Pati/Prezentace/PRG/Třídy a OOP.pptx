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3" r:id="rId8"/>
    <p:sldId id="259" r:id="rId9"/>
    <p:sldId id="264" r:id="rId10"/>
    <p:sldId id="260" r:id="rId11"/>
    <p:sldId id="265" r:id="rId12"/>
    <p:sldId id="261" r:id="rId13"/>
    <p:sldId id="266" r:id="rId14"/>
    <p:sldId id="267" r:id="rId15"/>
    <p:sldId id="262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658D7-5947-4DBA-AC11-7E770A6E2CD9}" v="2" dt="2023-05-05T06:35:54.739"/>
    <p1510:client id="{42D76514-8532-465E-BF54-048A61F6D0C8}" v="1" dt="2023-06-02T06:33:15.171"/>
    <p1510:client id="{434486AB-71F0-4331-917F-E2584D96F220}" v="1" dt="2023-06-02T07:26:10.720"/>
    <p1510:client id="{66414809-97E1-4955-8811-5F34A4C94D7A}" v="1" dt="2023-04-28T13:55:32.454"/>
    <p1510:client id="{794BF9B1-E086-4F29-B635-E8CB2AA33707}" v="1" dt="2023-05-05T06:31:05.479"/>
    <p1510:client id="{995932DF-D054-4AA2-A8A1-66BC7F4D1109}" v="2" dt="2023-05-12T06:12:21.746"/>
    <p1510:client id="{BB6EA548-42ED-4D3D-AF75-3C8F19D8F68F}" v="2" dt="2023-06-02T06:39:54.819"/>
    <p1510:client id="{C2152079-112D-461F-813E-F97C09A85A0A}" v="1" dt="2023-05-05T06:24:42.097"/>
    <p1510:client id="{E5084564-EB5F-497C-AE17-436AE2A5B4E1}" v="2" dt="2023-09-07T06:26:43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chař Martin" userId="S::kuchar.martin@student.sposdk.cz::bdf7a19e-647e-4f26-b105-082c21d9f27d" providerId="AD" clId="Web-{E5084564-EB5F-497C-AE17-436AE2A5B4E1}"/>
    <pc:docChg chg="modSld">
      <pc:chgData name="Kuchař Martin" userId="S::kuchar.martin@student.sposdk.cz::bdf7a19e-647e-4f26-b105-082c21d9f27d" providerId="AD" clId="Web-{E5084564-EB5F-497C-AE17-436AE2A5B4E1}" dt="2023-09-07T06:26:43.393" v="1" actId="1076"/>
      <pc:docMkLst>
        <pc:docMk/>
      </pc:docMkLst>
      <pc:sldChg chg="modSp">
        <pc:chgData name="Kuchař Martin" userId="S::kuchar.martin@student.sposdk.cz::bdf7a19e-647e-4f26-b105-082c21d9f27d" providerId="AD" clId="Web-{E5084564-EB5F-497C-AE17-436AE2A5B4E1}" dt="2023-09-07T06:26:43.393" v="1" actId="1076"/>
        <pc:sldMkLst>
          <pc:docMk/>
          <pc:sldMk cId="533223950" sldId="264"/>
        </pc:sldMkLst>
        <pc:spChg chg="mod">
          <ac:chgData name="Kuchař Martin" userId="S::kuchar.martin@student.sposdk.cz::bdf7a19e-647e-4f26-b105-082c21d9f27d" providerId="AD" clId="Web-{E5084564-EB5F-497C-AE17-436AE2A5B4E1}" dt="2023-09-07T06:26:43.393" v="1" actId="1076"/>
          <ac:spMkLst>
            <pc:docMk/>
            <pc:sldMk cId="533223950" sldId="264"/>
            <ac:spMk id="2" creationId="{E50B1395-2BFC-61BB-02AF-66FED591B66C}"/>
          </ac:spMkLst>
        </pc:spChg>
      </pc:sldChg>
    </pc:docChg>
  </pc:docChgLst>
  <pc:docChgLst>
    <pc:chgData name="Suk Matouš" userId="S::suk.matous@student.sposdk.cz::c54bf34a-6c4b-457a-a0c3-65b81bc6932f" providerId="AD" clId="Web-{42D76514-8532-465E-BF54-048A61F6D0C8}"/>
    <pc:docChg chg="addSld">
      <pc:chgData name="Suk Matouš" userId="S::suk.matous@student.sposdk.cz::c54bf34a-6c4b-457a-a0c3-65b81bc6932f" providerId="AD" clId="Web-{42D76514-8532-465E-BF54-048A61F6D0C8}" dt="2023-06-02T06:33:15.171" v="0"/>
      <pc:docMkLst>
        <pc:docMk/>
      </pc:docMkLst>
      <pc:sldChg chg="new">
        <pc:chgData name="Suk Matouš" userId="S::suk.matous@student.sposdk.cz::c54bf34a-6c4b-457a-a0c3-65b81bc6932f" providerId="AD" clId="Web-{42D76514-8532-465E-BF54-048A61F6D0C8}" dt="2023-06-02T06:33:15.171" v="0"/>
        <pc:sldMkLst>
          <pc:docMk/>
          <pc:sldMk cId="2461205097" sldId="268"/>
        </pc:sldMkLst>
      </pc:sldChg>
    </pc:docChg>
  </pc:docChgLst>
  <pc:docChgLst>
    <pc:chgData name="Suk Matouš" userId="S::suk.matous@student.sposdk.cz::c54bf34a-6c4b-457a-a0c3-65b81bc6932f" providerId="AD" clId="Web-{794BF9B1-E086-4F29-B635-E8CB2AA33707}"/>
    <pc:docChg chg="sldOrd">
      <pc:chgData name="Suk Matouš" userId="S::suk.matous@student.sposdk.cz::c54bf34a-6c4b-457a-a0c3-65b81bc6932f" providerId="AD" clId="Web-{794BF9B1-E086-4F29-B635-E8CB2AA33707}" dt="2023-05-05T06:31:05.479" v="0"/>
      <pc:docMkLst>
        <pc:docMk/>
      </pc:docMkLst>
      <pc:sldChg chg="ord">
        <pc:chgData name="Suk Matouš" userId="S::suk.matous@student.sposdk.cz::c54bf34a-6c4b-457a-a0c3-65b81bc6932f" providerId="AD" clId="Web-{794BF9B1-E086-4F29-B635-E8CB2AA33707}" dt="2023-05-05T06:31:05.479" v="0"/>
        <pc:sldMkLst>
          <pc:docMk/>
          <pc:sldMk cId="1007192958" sldId="267"/>
        </pc:sldMkLst>
      </pc:sldChg>
    </pc:docChg>
  </pc:docChgLst>
  <pc:docChgLst>
    <pc:chgData name="Novotná Michaela" userId="S::novotna.michaela@student.sposdk.cz::a2634cbd-f605-422b-9c09-10cdd8b42ad5" providerId="AD" clId="Web-{0DC658D7-5947-4DBA-AC11-7E770A6E2CD9}"/>
    <pc:docChg chg="addSld delSld">
      <pc:chgData name="Novotná Michaela" userId="S::novotna.michaela@student.sposdk.cz::a2634cbd-f605-422b-9c09-10cdd8b42ad5" providerId="AD" clId="Web-{0DC658D7-5947-4DBA-AC11-7E770A6E2CD9}" dt="2023-05-05T06:35:54.739" v="1"/>
      <pc:docMkLst>
        <pc:docMk/>
      </pc:docMkLst>
      <pc:sldChg chg="new del">
        <pc:chgData name="Novotná Michaela" userId="S::novotna.michaela@student.sposdk.cz::a2634cbd-f605-422b-9c09-10cdd8b42ad5" providerId="AD" clId="Web-{0DC658D7-5947-4DBA-AC11-7E770A6E2CD9}" dt="2023-05-05T06:35:54.739" v="1"/>
        <pc:sldMkLst>
          <pc:docMk/>
          <pc:sldMk cId="4109191468" sldId="268"/>
        </pc:sldMkLst>
      </pc:sldChg>
    </pc:docChg>
  </pc:docChgLst>
  <pc:docChgLst>
    <pc:chgData name="Kristan Jáchym" userId="S::kristan.jachym@student.sposdk.cz::708308c9-a688-402f-931d-1594cfa9b9b6" providerId="AD" clId="Web-{C2152079-112D-461F-813E-F97C09A85A0A}"/>
    <pc:docChg chg="modSld">
      <pc:chgData name="Kristan Jáchym" userId="S::kristan.jachym@student.sposdk.cz::708308c9-a688-402f-931d-1594cfa9b9b6" providerId="AD" clId="Web-{C2152079-112D-461F-813E-F97C09A85A0A}" dt="2023-05-05T06:24:42.097" v="0" actId="20577"/>
      <pc:docMkLst>
        <pc:docMk/>
      </pc:docMkLst>
      <pc:sldChg chg="modSp">
        <pc:chgData name="Kristan Jáchym" userId="S::kristan.jachym@student.sposdk.cz::708308c9-a688-402f-931d-1594cfa9b9b6" providerId="AD" clId="Web-{C2152079-112D-461F-813E-F97C09A85A0A}" dt="2023-05-05T06:24:42.097" v="0" actId="20577"/>
        <pc:sldMkLst>
          <pc:docMk/>
          <pc:sldMk cId="2331316852" sldId="256"/>
        </pc:sldMkLst>
        <pc:spChg chg="mod">
          <ac:chgData name="Kristan Jáchym" userId="S::kristan.jachym@student.sposdk.cz::708308c9-a688-402f-931d-1594cfa9b9b6" providerId="AD" clId="Web-{C2152079-112D-461F-813E-F97C09A85A0A}" dt="2023-05-05T06:24:42.097" v="0" actId="20577"/>
          <ac:spMkLst>
            <pc:docMk/>
            <pc:sldMk cId="2331316852" sldId="256"/>
            <ac:spMk id="3" creationId="{00000000-0000-0000-0000-000000000000}"/>
          </ac:spMkLst>
        </pc:spChg>
      </pc:sldChg>
    </pc:docChg>
  </pc:docChgLst>
  <pc:docChgLst>
    <pc:chgData name="Pozler Lukáš" userId="S::pozler.lukas@student.sposdk.cz::3aac2f91-3a23-449a-bcbc-a699fda6d6e3" providerId="AD" clId="Web-{995932DF-D054-4AA2-A8A1-66BC7F4D1109}"/>
    <pc:docChg chg="modSld">
      <pc:chgData name="Pozler Lukáš" userId="S::pozler.lukas@student.sposdk.cz::3aac2f91-3a23-449a-bcbc-a699fda6d6e3" providerId="AD" clId="Web-{995932DF-D054-4AA2-A8A1-66BC7F4D1109}" dt="2023-05-12T06:12:21.746" v="1" actId="1076"/>
      <pc:docMkLst>
        <pc:docMk/>
      </pc:docMkLst>
      <pc:sldChg chg="modSp">
        <pc:chgData name="Pozler Lukáš" userId="S::pozler.lukas@student.sposdk.cz::3aac2f91-3a23-449a-bcbc-a699fda6d6e3" providerId="AD" clId="Web-{995932DF-D054-4AA2-A8A1-66BC7F4D1109}" dt="2023-05-12T06:12:21.746" v="1" actId="1076"/>
        <pc:sldMkLst>
          <pc:docMk/>
          <pc:sldMk cId="3364530010" sldId="262"/>
        </pc:sldMkLst>
        <pc:spChg chg="mod">
          <ac:chgData name="Pozler Lukáš" userId="S::pozler.lukas@student.sposdk.cz::3aac2f91-3a23-449a-bcbc-a699fda6d6e3" providerId="AD" clId="Web-{995932DF-D054-4AA2-A8A1-66BC7F4D1109}" dt="2023-05-12T06:12:21.746" v="1" actId="1076"/>
          <ac:spMkLst>
            <pc:docMk/>
            <pc:sldMk cId="3364530010" sldId="262"/>
            <ac:spMk id="3" creationId="{F1414191-86A9-FF56-6BB3-B9D2997F8366}"/>
          </ac:spMkLst>
        </pc:spChg>
      </pc:sldChg>
    </pc:docChg>
  </pc:docChgLst>
  <pc:docChgLst>
    <pc:chgData name="Patrik Bracinik" userId="1440740bbb3c666f" providerId="LiveId" clId="{66414809-97E1-4955-8811-5F34A4C94D7A}"/>
    <pc:docChg chg="undo custSel addSld delSld modSld">
      <pc:chgData name="Patrik Bracinik" userId="1440740bbb3c666f" providerId="LiveId" clId="{66414809-97E1-4955-8811-5F34A4C94D7A}" dt="2023-04-28T13:56:40.565" v="1774" actId="1076"/>
      <pc:docMkLst>
        <pc:docMk/>
      </pc:docMkLst>
      <pc:sldChg chg="modSp mod">
        <pc:chgData name="Patrik Bracinik" userId="1440740bbb3c666f" providerId="LiveId" clId="{66414809-97E1-4955-8811-5F34A4C94D7A}" dt="2023-04-28T12:20:37.223" v="22" actId="20577"/>
        <pc:sldMkLst>
          <pc:docMk/>
          <pc:sldMk cId="2331316852" sldId="256"/>
        </pc:sldMkLst>
        <pc:spChg chg="mod">
          <ac:chgData name="Patrik Bracinik" userId="1440740bbb3c666f" providerId="LiveId" clId="{66414809-97E1-4955-8811-5F34A4C94D7A}" dt="2023-04-28T12:20:37.223" v="22" actId="20577"/>
          <ac:spMkLst>
            <pc:docMk/>
            <pc:sldMk cId="2331316852" sldId="256"/>
            <ac:spMk id="2" creationId="{00000000-0000-0000-0000-000000000000}"/>
          </ac:spMkLst>
        </pc:spChg>
      </pc:sldChg>
      <pc:sldChg chg="modSp new mod">
        <pc:chgData name="Patrik Bracinik" userId="1440740bbb3c666f" providerId="LiveId" clId="{66414809-97E1-4955-8811-5F34A4C94D7A}" dt="2023-04-28T13:12:29.990" v="1595" actId="20577"/>
        <pc:sldMkLst>
          <pc:docMk/>
          <pc:sldMk cId="2013530148" sldId="257"/>
        </pc:sldMkLst>
        <pc:spChg chg="mod">
          <ac:chgData name="Patrik Bracinik" userId="1440740bbb3c666f" providerId="LiveId" clId="{66414809-97E1-4955-8811-5F34A4C94D7A}" dt="2023-04-28T12:21:09.121" v="37" actId="20577"/>
          <ac:spMkLst>
            <pc:docMk/>
            <pc:sldMk cId="2013530148" sldId="257"/>
            <ac:spMk id="2" creationId="{241F94DC-41A0-9B3D-B876-4B63FC96483F}"/>
          </ac:spMkLst>
        </pc:spChg>
        <pc:spChg chg="mod">
          <ac:chgData name="Patrik Bracinik" userId="1440740bbb3c666f" providerId="LiveId" clId="{66414809-97E1-4955-8811-5F34A4C94D7A}" dt="2023-04-28T13:12:29.990" v="1595" actId="20577"/>
          <ac:spMkLst>
            <pc:docMk/>
            <pc:sldMk cId="2013530148" sldId="257"/>
            <ac:spMk id="3" creationId="{FFD1B7CB-5F50-C347-7BA3-6689590E0084}"/>
          </ac:spMkLst>
        </pc:spChg>
      </pc:sldChg>
      <pc:sldChg chg="modSp new mod">
        <pc:chgData name="Patrik Bracinik" userId="1440740bbb3c666f" providerId="LiveId" clId="{66414809-97E1-4955-8811-5F34A4C94D7A}" dt="2023-04-28T13:06:55.581" v="1577" actId="20577"/>
        <pc:sldMkLst>
          <pc:docMk/>
          <pc:sldMk cId="619392460" sldId="258"/>
        </pc:sldMkLst>
        <pc:spChg chg="mod">
          <ac:chgData name="Patrik Bracinik" userId="1440740bbb3c666f" providerId="LiveId" clId="{66414809-97E1-4955-8811-5F34A4C94D7A}" dt="2023-04-28T12:27:45.640" v="718" actId="20577"/>
          <ac:spMkLst>
            <pc:docMk/>
            <pc:sldMk cId="619392460" sldId="258"/>
            <ac:spMk id="2" creationId="{299AB913-ADFB-D6B7-B2A7-7A762E145274}"/>
          </ac:spMkLst>
        </pc:spChg>
        <pc:spChg chg="mod">
          <ac:chgData name="Patrik Bracinik" userId="1440740bbb3c666f" providerId="LiveId" clId="{66414809-97E1-4955-8811-5F34A4C94D7A}" dt="2023-04-28T13:06:55.581" v="1577" actId="20577"/>
          <ac:spMkLst>
            <pc:docMk/>
            <pc:sldMk cId="619392460" sldId="258"/>
            <ac:spMk id="3" creationId="{6696ADA4-D1B9-3B13-D28A-0A2944C018DC}"/>
          </ac:spMkLst>
        </pc:spChg>
      </pc:sldChg>
      <pc:sldChg chg="modSp new mod">
        <pc:chgData name="Patrik Bracinik" userId="1440740bbb3c666f" providerId="LiveId" clId="{66414809-97E1-4955-8811-5F34A4C94D7A}" dt="2023-04-28T12:51:04.596" v="1475" actId="27636"/>
        <pc:sldMkLst>
          <pc:docMk/>
          <pc:sldMk cId="2161668968" sldId="259"/>
        </pc:sldMkLst>
        <pc:spChg chg="mod">
          <ac:chgData name="Patrik Bracinik" userId="1440740bbb3c666f" providerId="LiveId" clId="{66414809-97E1-4955-8811-5F34A4C94D7A}" dt="2023-04-28T12:32:49.341" v="1268" actId="20577"/>
          <ac:spMkLst>
            <pc:docMk/>
            <pc:sldMk cId="2161668968" sldId="259"/>
            <ac:spMk id="2" creationId="{F57CBCCA-7A39-87A9-59CF-87419D00935E}"/>
          </ac:spMkLst>
        </pc:spChg>
        <pc:spChg chg="mod">
          <ac:chgData name="Patrik Bracinik" userId="1440740bbb3c666f" providerId="LiveId" clId="{66414809-97E1-4955-8811-5F34A4C94D7A}" dt="2023-04-28T12:51:04.596" v="1475" actId="27636"/>
          <ac:spMkLst>
            <pc:docMk/>
            <pc:sldMk cId="2161668968" sldId="259"/>
            <ac:spMk id="3" creationId="{B4BA3B0B-DC7F-0AE5-C4A7-5FA747A585F6}"/>
          </ac:spMkLst>
        </pc:spChg>
      </pc:sldChg>
      <pc:sldChg chg="modSp new mod">
        <pc:chgData name="Patrik Bracinik" userId="1440740bbb3c666f" providerId="LiveId" clId="{66414809-97E1-4955-8811-5F34A4C94D7A}" dt="2023-04-28T13:00:26.630" v="1500" actId="27636"/>
        <pc:sldMkLst>
          <pc:docMk/>
          <pc:sldMk cId="619270633" sldId="260"/>
        </pc:sldMkLst>
        <pc:spChg chg="mod">
          <ac:chgData name="Patrik Bracinik" userId="1440740bbb3c666f" providerId="LiveId" clId="{66414809-97E1-4955-8811-5F34A4C94D7A}" dt="2023-04-28T12:51:21.131" v="1488" actId="20577"/>
          <ac:spMkLst>
            <pc:docMk/>
            <pc:sldMk cId="619270633" sldId="260"/>
            <ac:spMk id="2" creationId="{A29DF135-8927-A76F-CBC2-3E0198527682}"/>
          </ac:spMkLst>
        </pc:spChg>
        <pc:spChg chg="mod">
          <ac:chgData name="Patrik Bracinik" userId="1440740bbb3c666f" providerId="LiveId" clId="{66414809-97E1-4955-8811-5F34A4C94D7A}" dt="2023-04-28T13:00:26.630" v="1500" actId="27636"/>
          <ac:spMkLst>
            <pc:docMk/>
            <pc:sldMk cId="619270633" sldId="260"/>
            <ac:spMk id="3" creationId="{D3322CD1-9CD9-8E22-4A5D-256DCB923DE4}"/>
          </ac:spMkLst>
        </pc:spChg>
      </pc:sldChg>
      <pc:sldChg chg="modSp new mod">
        <pc:chgData name="Patrik Bracinik" userId="1440740bbb3c666f" providerId="LiveId" clId="{66414809-97E1-4955-8811-5F34A4C94D7A}" dt="2023-04-28T13:03:50.330" v="1533" actId="6549"/>
        <pc:sldMkLst>
          <pc:docMk/>
          <pc:sldMk cId="2398577124" sldId="261"/>
        </pc:sldMkLst>
        <pc:spChg chg="mod">
          <ac:chgData name="Patrik Bracinik" userId="1440740bbb3c666f" providerId="LiveId" clId="{66414809-97E1-4955-8811-5F34A4C94D7A}" dt="2023-04-28T13:01:38.741" v="1520" actId="20577"/>
          <ac:spMkLst>
            <pc:docMk/>
            <pc:sldMk cId="2398577124" sldId="261"/>
            <ac:spMk id="2" creationId="{B2E22E3E-B7E9-16E4-53BD-7647CBAF63F1}"/>
          </ac:spMkLst>
        </pc:spChg>
        <pc:spChg chg="mod">
          <ac:chgData name="Patrik Bracinik" userId="1440740bbb3c666f" providerId="LiveId" clId="{66414809-97E1-4955-8811-5F34A4C94D7A}" dt="2023-04-28T13:03:50.330" v="1533" actId="6549"/>
          <ac:spMkLst>
            <pc:docMk/>
            <pc:sldMk cId="2398577124" sldId="261"/>
            <ac:spMk id="3" creationId="{A296D51C-DEA8-1860-60A1-D5BEC4D6EFF3}"/>
          </ac:spMkLst>
        </pc:spChg>
      </pc:sldChg>
      <pc:sldChg chg="modSp new mod">
        <pc:chgData name="Patrik Bracinik" userId="1440740bbb3c666f" providerId="LiveId" clId="{66414809-97E1-4955-8811-5F34A4C94D7A}" dt="2023-04-28T13:15:24.527" v="1642" actId="20577"/>
        <pc:sldMkLst>
          <pc:docMk/>
          <pc:sldMk cId="3364530010" sldId="262"/>
        </pc:sldMkLst>
        <pc:spChg chg="mod">
          <ac:chgData name="Patrik Bracinik" userId="1440740bbb3c666f" providerId="LiveId" clId="{66414809-97E1-4955-8811-5F34A4C94D7A}" dt="2023-04-28T13:15:24.527" v="1642" actId="20577"/>
          <ac:spMkLst>
            <pc:docMk/>
            <pc:sldMk cId="3364530010" sldId="262"/>
            <ac:spMk id="2" creationId="{4D0FDC4E-2669-E853-115B-F0D2FC756F66}"/>
          </ac:spMkLst>
        </pc:spChg>
        <pc:spChg chg="mod">
          <ac:chgData name="Patrik Bracinik" userId="1440740bbb3c666f" providerId="LiveId" clId="{66414809-97E1-4955-8811-5F34A4C94D7A}" dt="2023-04-28T13:14:46.159" v="1615" actId="27636"/>
          <ac:spMkLst>
            <pc:docMk/>
            <pc:sldMk cId="3364530010" sldId="262"/>
            <ac:spMk id="3" creationId="{F1414191-86A9-FF56-6BB3-B9D2997F8366}"/>
          </ac:spMkLst>
        </pc:spChg>
      </pc:sldChg>
      <pc:sldChg chg="addSp delSp modSp new mod setBg">
        <pc:chgData name="Patrik Bracinik" userId="1440740bbb3c666f" providerId="LiveId" clId="{66414809-97E1-4955-8811-5F34A4C94D7A}" dt="2023-04-28T13:19:24.578" v="1661" actId="962"/>
        <pc:sldMkLst>
          <pc:docMk/>
          <pc:sldMk cId="2756212599" sldId="263"/>
        </pc:sldMkLst>
        <pc:spChg chg="mod">
          <ac:chgData name="Patrik Bracinik" userId="1440740bbb3c666f" providerId="LiveId" clId="{66414809-97E1-4955-8811-5F34A4C94D7A}" dt="2023-04-28T13:19:21.493" v="1659" actId="26606"/>
          <ac:spMkLst>
            <pc:docMk/>
            <pc:sldMk cId="2756212599" sldId="263"/>
            <ac:spMk id="2" creationId="{CE930264-62CC-6B9A-5DCB-72F633B5520E}"/>
          </ac:spMkLst>
        </pc:spChg>
        <pc:spChg chg="del">
          <ac:chgData name="Patrik Bracinik" userId="1440740bbb3c666f" providerId="LiveId" clId="{66414809-97E1-4955-8811-5F34A4C94D7A}" dt="2023-04-28T13:19:14.375" v="1657" actId="22"/>
          <ac:spMkLst>
            <pc:docMk/>
            <pc:sldMk cId="2756212599" sldId="263"/>
            <ac:spMk id="3" creationId="{4BA75B2B-E5DE-D98E-39C1-FDCC4CC528C6}"/>
          </ac:spMkLst>
        </pc:spChg>
        <pc:spChg chg="add">
          <ac:chgData name="Patrik Bracinik" userId="1440740bbb3c666f" providerId="LiveId" clId="{66414809-97E1-4955-8811-5F34A4C94D7A}" dt="2023-04-28T13:19:21.493" v="1659" actId="26606"/>
          <ac:spMkLst>
            <pc:docMk/>
            <pc:sldMk cId="2756212599" sldId="263"/>
            <ac:spMk id="14" creationId="{B8144315-1C5A-4185-A952-25D98D303D46}"/>
          </ac:spMkLst>
        </pc:spChg>
        <pc:grpChg chg="add">
          <ac:chgData name="Patrik Bracinik" userId="1440740bbb3c666f" providerId="LiveId" clId="{66414809-97E1-4955-8811-5F34A4C94D7A}" dt="2023-04-28T13:19:21.493" v="1659" actId="26606"/>
          <ac:grpSpMkLst>
            <pc:docMk/>
            <pc:sldMk cId="2756212599" sldId="263"/>
            <ac:grpSpMk id="10" creationId="{4091D54B-59AB-4A5E-8E9E-0421BD66D4FB}"/>
          </ac:grpSpMkLst>
        </pc:grpChg>
        <pc:grpChg chg="add">
          <ac:chgData name="Patrik Bracinik" userId="1440740bbb3c666f" providerId="LiveId" clId="{66414809-97E1-4955-8811-5F34A4C94D7A}" dt="2023-04-28T13:19:21.493" v="1659" actId="26606"/>
          <ac:grpSpMkLst>
            <pc:docMk/>
            <pc:sldMk cId="2756212599" sldId="263"/>
            <ac:grpSpMk id="16" creationId="{25A657F0-42F3-40D3-BC75-7DA1F5C6A225}"/>
          </ac:grpSpMkLst>
        </pc:grpChg>
        <pc:picChg chg="add mod ord">
          <ac:chgData name="Patrik Bracinik" userId="1440740bbb3c666f" providerId="LiveId" clId="{66414809-97E1-4955-8811-5F34A4C94D7A}" dt="2023-04-28T13:19:24.578" v="1661" actId="962"/>
          <ac:picMkLst>
            <pc:docMk/>
            <pc:sldMk cId="2756212599" sldId="263"/>
            <ac:picMk id="5" creationId="{A09D3BC5-918E-6546-EB59-6FAC2AB4B620}"/>
          </ac:picMkLst>
        </pc:picChg>
      </pc:sldChg>
      <pc:sldChg chg="addSp delSp modSp new mod setBg">
        <pc:chgData name="Patrik Bracinik" userId="1440740bbb3c666f" providerId="LiveId" clId="{66414809-97E1-4955-8811-5F34A4C94D7A}" dt="2023-04-28T13:22:15.905" v="1683" actId="255"/>
        <pc:sldMkLst>
          <pc:docMk/>
          <pc:sldMk cId="533223950" sldId="264"/>
        </pc:sldMkLst>
        <pc:spChg chg="mod">
          <ac:chgData name="Patrik Bracinik" userId="1440740bbb3c666f" providerId="LiveId" clId="{66414809-97E1-4955-8811-5F34A4C94D7A}" dt="2023-04-28T13:22:15.905" v="1683" actId="255"/>
          <ac:spMkLst>
            <pc:docMk/>
            <pc:sldMk cId="533223950" sldId="264"/>
            <ac:spMk id="2" creationId="{E50B1395-2BFC-61BB-02AF-66FED591B66C}"/>
          </ac:spMkLst>
        </pc:spChg>
        <pc:spChg chg="del">
          <ac:chgData name="Patrik Bracinik" userId="1440740bbb3c666f" providerId="LiveId" clId="{66414809-97E1-4955-8811-5F34A4C94D7A}" dt="2023-04-28T13:21:27.032" v="1663" actId="22"/>
          <ac:spMkLst>
            <pc:docMk/>
            <pc:sldMk cId="533223950" sldId="264"/>
            <ac:spMk id="3" creationId="{13D50215-AC4D-F070-9E34-674C323763B7}"/>
          </ac:spMkLst>
        </pc:spChg>
        <pc:spChg chg="add">
          <ac:chgData name="Patrik Bracinik" userId="1440740bbb3c666f" providerId="LiveId" clId="{66414809-97E1-4955-8811-5F34A4C94D7A}" dt="2023-04-28T13:21:31.867" v="1664" actId="26606"/>
          <ac:spMkLst>
            <pc:docMk/>
            <pc:sldMk cId="533223950" sldId="264"/>
            <ac:spMk id="14" creationId="{B8144315-1C5A-4185-A952-25D98D303D46}"/>
          </ac:spMkLst>
        </pc:spChg>
        <pc:grpChg chg="add">
          <ac:chgData name="Patrik Bracinik" userId="1440740bbb3c666f" providerId="LiveId" clId="{66414809-97E1-4955-8811-5F34A4C94D7A}" dt="2023-04-28T13:21:31.867" v="1664" actId="26606"/>
          <ac:grpSpMkLst>
            <pc:docMk/>
            <pc:sldMk cId="533223950" sldId="264"/>
            <ac:grpSpMk id="10" creationId="{4091D54B-59AB-4A5E-8E9E-0421BD66D4FB}"/>
          </ac:grpSpMkLst>
        </pc:grpChg>
        <pc:grpChg chg="add">
          <ac:chgData name="Patrik Bracinik" userId="1440740bbb3c666f" providerId="LiveId" clId="{66414809-97E1-4955-8811-5F34A4C94D7A}" dt="2023-04-28T13:21:31.867" v="1664" actId="26606"/>
          <ac:grpSpMkLst>
            <pc:docMk/>
            <pc:sldMk cId="533223950" sldId="264"/>
            <ac:grpSpMk id="16" creationId="{25A657F0-42F3-40D3-BC75-7DA1F5C6A225}"/>
          </ac:grpSpMkLst>
        </pc:grpChg>
        <pc:picChg chg="add mod ord">
          <ac:chgData name="Patrik Bracinik" userId="1440740bbb3c666f" providerId="LiveId" clId="{66414809-97E1-4955-8811-5F34A4C94D7A}" dt="2023-04-28T13:21:31.867" v="1664" actId="26606"/>
          <ac:picMkLst>
            <pc:docMk/>
            <pc:sldMk cId="533223950" sldId="264"/>
            <ac:picMk id="5" creationId="{7D6A02A1-1560-B554-DBE2-47CE99EE9596}"/>
          </ac:picMkLst>
        </pc:picChg>
      </pc:sldChg>
      <pc:sldChg chg="addSp delSp modSp new mod setBg">
        <pc:chgData name="Patrik Bracinik" userId="1440740bbb3c666f" providerId="LiveId" clId="{66414809-97E1-4955-8811-5F34A4C94D7A}" dt="2023-04-28T13:23:45.297" v="1711" actId="26606"/>
        <pc:sldMkLst>
          <pc:docMk/>
          <pc:sldMk cId="677345784" sldId="265"/>
        </pc:sldMkLst>
        <pc:spChg chg="mod">
          <ac:chgData name="Patrik Bracinik" userId="1440740bbb3c666f" providerId="LiveId" clId="{66414809-97E1-4955-8811-5F34A4C94D7A}" dt="2023-04-28T13:23:45.297" v="1711" actId="26606"/>
          <ac:spMkLst>
            <pc:docMk/>
            <pc:sldMk cId="677345784" sldId="265"/>
            <ac:spMk id="2" creationId="{D2CBD317-19A0-CC0F-86A9-5F5B21854A8E}"/>
          </ac:spMkLst>
        </pc:spChg>
        <pc:spChg chg="del">
          <ac:chgData name="Patrik Bracinik" userId="1440740bbb3c666f" providerId="LiveId" clId="{66414809-97E1-4955-8811-5F34A4C94D7A}" dt="2023-04-28T13:23:42.628" v="1710" actId="22"/>
          <ac:spMkLst>
            <pc:docMk/>
            <pc:sldMk cId="677345784" sldId="265"/>
            <ac:spMk id="3" creationId="{98B50886-1910-096F-8D94-F6F51933A0C7}"/>
          </ac:spMkLst>
        </pc:spChg>
        <pc:spChg chg="add">
          <ac:chgData name="Patrik Bracinik" userId="1440740bbb3c666f" providerId="LiveId" clId="{66414809-97E1-4955-8811-5F34A4C94D7A}" dt="2023-04-28T13:23:45.297" v="1711" actId="26606"/>
          <ac:spMkLst>
            <pc:docMk/>
            <pc:sldMk cId="677345784" sldId="265"/>
            <ac:spMk id="14" creationId="{B8144315-1C5A-4185-A952-25D98D303D46}"/>
          </ac:spMkLst>
        </pc:spChg>
        <pc:grpChg chg="add">
          <ac:chgData name="Patrik Bracinik" userId="1440740bbb3c666f" providerId="LiveId" clId="{66414809-97E1-4955-8811-5F34A4C94D7A}" dt="2023-04-28T13:23:45.297" v="1711" actId="26606"/>
          <ac:grpSpMkLst>
            <pc:docMk/>
            <pc:sldMk cId="677345784" sldId="265"/>
            <ac:grpSpMk id="10" creationId="{4091D54B-59AB-4A5E-8E9E-0421BD66D4FB}"/>
          </ac:grpSpMkLst>
        </pc:grpChg>
        <pc:grpChg chg="add">
          <ac:chgData name="Patrik Bracinik" userId="1440740bbb3c666f" providerId="LiveId" clId="{66414809-97E1-4955-8811-5F34A4C94D7A}" dt="2023-04-28T13:23:45.297" v="1711" actId="26606"/>
          <ac:grpSpMkLst>
            <pc:docMk/>
            <pc:sldMk cId="677345784" sldId="265"/>
            <ac:grpSpMk id="16" creationId="{25A657F0-42F3-40D3-BC75-7DA1F5C6A225}"/>
          </ac:grpSpMkLst>
        </pc:grpChg>
        <pc:picChg chg="add mod ord">
          <ac:chgData name="Patrik Bracinik" userId="1440740bbb3c666f" providerId="LiveId" clId="{66414809-97E1-4955-8811-5F34A4C94D7A}" dt="2023-04-28T13:23:45.297" v="1711" actId="26606"/>
          <ac:picMkLst>
            <pc:docMk/>
            <pc:sldMk cId="677345784" sldId="265"/>
            <ac:picMk id="5" creationId="{9DB25EDB-A33D-CDCF-CEA2-A548E5004748}"/>
          </ac:picMkLst>
        </pc:picChg>
      </pc:sldChg>
      <pc:sldChg chg="addSp delSp modSp new mod setBg">
        <pc:chgData name="Patrik Bracinik" userId="1440740bbb3c666f" providerId="LiveId" clId="{66414809-97E1-4955-8811-5F34A4C94D7A}" dt="2023-04-28T13:51:40.824" v="1740" actId="26606"/>
        <pc:sldMkLst>
          <pc:docMk/>
          <pc:sldMk cId="397268590" sldId="266"/>
        </pc:sldMkLst>
        <pc:spChg chg="mod">
          <ac:chgData name="Patrik Bracinik" userId="1440740bbb3c666f" providerId="LiveId" clId="{66414809-97E1-4955-8811-5F34A4C94D7A}" dt="2023-04-28T13:51:40.824" v="1740" actId="26606"/>
          <ac:spMkLst>
            <pc:docMk/>
            <pc:sldMk cId="397268590" sldId="266"/>
            <ac:spMk id="2" creationId="{CFA76A68-6F9C-26B8-9693-6679A743CF5F}"/>
          </ac:spMkLst>
        </pc:spChg>
        <pc:spChg chg="del">
          <ac:chgData name="Patrik Bracinik" userId="1440740bbb3c666f" providerId="LiveId" clId="{66414809-97E1-4955-8811-5F34A4C94D7A}" dt="2023-04-28T13:51:25.769" v="1739" actId="22"/>
          <ac:spMkLst>
            <pc:docMk/>
            <pc:sldMk cId="397268590" sldId="266"/>
            <ac:spMk id="3" creationId="{3EC87B8B-F7DE-011C-A41C-4ECB7F8F2809}"/>
          </ac:spMkLst>
        </pc:spChg>
        <pc:spChg chg="add">
          <ac:chgData name="Patrik Bracinik" userId="1440740bbb3c666f" providerId="LiveId" clId="{66414809-97E1-4955-8811-5F34A4C94D7A}" dt="2023-04-28T13:51:40.824" v="1740" actId="26606"/>
          <ac:spMkLst>
            <pc:docMk/>
            <pc:sldMk cId="397268590" sldId="266"/>
            <ac:spMk id="14" creationId="{B8144315-1C5A-4185-A952-25D98D303D46}"/>
          </ac:spMkLst>
        </pc:spChg>
        <pc:grpChg chg="add">
          <ac:chgData name="Patrik Bracinik" userId="1440740bbb3c666f" providerId="LiveId" clId="{66414809-97E1-4955-8811-5F34A4C94D7A}" dt="2023-04-28T13:51:40.824" v="1740" actId="26606"/>
          <ac:grpSpMkLst>
            <pc:docMk/>
            <pc:sldMk cId="397268590" sldId="266"/>
            <ac:grpSpMk id="10" creationId="{4091D54B-59AB-4A5E-8E9E-0421BD66D4FB}"/>
          </ac:grpSpMkLst>
        </pc:grpChg>
        <pc:grpChg chg="add">
          <ac:chgData name="Patrik Bracinik" userId="1440740bbb3c666f" providerId="LiveId" clId="{66414809-97E1-4955-8811-5F34A4C94D7A}" dt="2023-04-28T13:51:40.824" v="1740" actId="26606"/>
          <ac:grpSpMkLst>
            <pc:docMk/>
            <pc:sldMk cId="397268590" sldId="266"/>
            <ac:grpSpMk id="16" creationId="{25A657F0-42F3-40D3-BC75-7DA1F5C6A225}"/>
          </ac:grpSpMkLst>
        </pc:grpChg>
        <pc:picChg chg="add mod ord">
          <ac:chgData name="Patrik Bracinik" userId="1440740bbb3c666f" providerId="LiveId" clId="{66414809-97E1-4955-8811-5F34A4C94D7A}" dt="2023-04-28T13:51:40.824" v="1740" actId="26606"/>
          <ac:picMkLst>
            <pc:docMk/>
            <pc:sldMk cId="397268590" sldId="266"/>
            <ac:picMk id="5" creationId="{9261CE88-943E-5924-5238-C18874956FAE}"/>
          </ac:picMkLst>
        </pc:picChg>
      </pc:sldChg>
      <pc:sldChg chg="addSp delSp modSp new mod setBg">
        <pc:chgData name="Patrik Bracinik" userId="1440740bbb3c666f" providerId="LiveId" clId="{66414809-97E1-4955-8811-5F34A4C94D7A}" dt="2023-04-28T13:56:40.565" v="1774" actId="1076"/>
        <pc:sldMkLst>
          <pc:docMk/>
          <pc:sldMk cId="1007192958" sldId="267"/>
        </pc:sldMkLst>
        <pc:spChg chg="mod">
          <ac:chgData name="Patrik Bracinik" userId="1440740bbb3c666f" providerId="LiveId" clId="{66414809-97E1-4955-8811-5F34A4C94D7A}" dt="2023-04-28T13:56:27.100" v="1771" actId="26606"/>
          <ac:spMkLst>
            <pc:docMk/>
            <pc:sldMk cId="1007192958" sldId="267"/>
            <ac:spMk id="2" creationId="{00107FA5-5624-E954-C608-D5F647D0503A}"/>
          </ac:spMkLst>
        </pc:spChg>
        <pc:spChg chg="del">
          <ac:chgData name="Patrik Bracinik" userId="1440740bbb3c666f" providerId="LiveId" clId="{66414809-97E1-4955-8811-5F34A4C94D7A}" dt="2023-04-28T13:54:48.911" v="1756" actId="22"/>
          <ac:spMkLst>
            <pc:docMk/>
            <pc:sldMk cId="1007192958" sldId="267"/>
            <ac:spMk id="3" creationId="{607AF406-11C9-8779-5068-7361B2D63EF2}"/>
          </ac:spMkLst>
        </pc:spChg>
        <pc:spChg chg="add del">
          <ac:chgData name="Patrik Bracinik" userId="1440740bbb3c666f" providerId="LiveId" clId="{66414809-97E1-4955-8811-5F34A4C94D7A}" dt="2023-04-28T13:56:27.100" v="1771" actId="26606"/>
          <ac:spMkLst>
            <pc:docMk/>
            <pc:sldMk cId="1007192958" sldId="267"/>
            <ac:spMk id="9" creationId="{4811CF71-7E92-9019-B5F5-F4841E44E8FC}"/>
          </ac:spMkLst>
        </pc:spChg>
        <pc:picChg chg="add mod ord">
          <ac:chgData name="Patrik Bracinik" userId="1440740bbb3c666f" providerId="LiveId" clId="{66414809-97E1-4955-8811-5F34A4C94D7A}" dt="2023-04-28T13:56:40.565" v="1774" actId="1076"/>
          <ac:picMkLst>
            <pc:docMk/>
            <pc:sldMk cId="1007192958" sldId="267"/>
            <ac:picMk id="5" creationId="{82A862F7-013B-077E-7BD2-3FB2C71D8D53}"/>
          </ac:picMkLst>
        </pc:picChg>
      </pc:sldChg>
      <pc:sldChg chg="delSp add del setBg delDesignElem">
        <pc:chgData name="Patrik Bracinik" userId="1440740bbb3c666f" providerId="LiveId" clId="{66414809-97E1-4955-8811-5F34A4C94D7A}" dt="2023-04-28T13:55:38.504" v="1759" actId="47"/>
        <pc:sldMkLst>
          <pc:docMk/>
          <pc:sldMk cId="2442645554" sldId="268"/>
        </pc:sldMkLst>
        <pc:spChg chg="del">
          <ac:chgData name="Patrik Bracinik" userId="1440740bbb3c666f" providerId="LiveId" clId="{66414809-97E1-4955-8811-5F34A4C94D7A}" dt="2023-04-28T13:55:32.454" v="1758"/>
          <ac:spMkLst>
            <pc:docMk/>
            <pc:sldMk cId="2442645554" sldId="268"/>
            <ac:spMk id="14" creationId="{B8144315-1C5A-4185-A952-25D98D303D46}"/>
          </ac:spMkLst>
        </pc:spChg>
        <pc:grpChg chg="del">
          <ac:chgData name="Patrik Bracinik" userId="1440740bbb3c666f" providerId="LiveId" clId="{66414809-97E1-4955-8811-5F34A4C94D7A}" dt="2023-04-28T13:55:32.454" v="1758"/>
          <ac:grpSpMkLst>
            <pc:docMk/>
            <pc:sldMk cId="2442645554" sldId="268"/>
            <ac:grpSpMk id="10" creationId="{4091D54B-59AB-4A5E-8E9E-0421BD66D4FB}"/>
          </ac:grpSpMkLst>
        </pc:grpChg>
        <pc:grpChg chg="del">
          <ac:chgData name="Patrik Bracinik" userId="1440740bbb3c666f" providerId="LiveId" clId="{66414809-97E1-4955-8811-5F34A4C94D7A}" dt="2023-04-28T13:55:32.454" v="1758"/>
          <ac:grpSpMkLst>
            <pc:docMk/>
            <pc:sldMk cId="2442645554" sldId="268"/>
            <ac:grpSpMk id="16" creationId="{25A657F0-42F3-40D3-BC75-7DA1F5C6A225}"/>
          </ac:grpSpMkLst>
        </pc:grpChg>
      </pc:sldChg>
    </pc:docChg>
  </pc:docChgLst>
  <pc:docChgLst>
    <pc:chgData name="Kuchař Martin" userId="S::kuchar.martin@student.sposdk.cz::bdf7a19e-647e-4f26-b105-082c21d9f27d" providerId="AD" clId="Web-{434486AB-71F0-4331-917F-E2584D96F220}"/>
    <pc:docChg chg="modSld">
      <pc:chgData name="Kuchař Martin" userId="S::kuchar.martin@student.sposdk.cz::bdf7a19e-647e-4f26-b105-082c21d9f27d" providerId="AD" clId="Web-{434486AB-71F0-4331-917F-E2584D96F220}" dt="2023-06-02T07:26:10.720" v="0" actId="14100"/>
      <pc:docMkLst>
        <pc:docMk/>
      </pc:docMkLst>
      <pc:sldChg chg="modSp">
        <pc:chgData name="Kuchař Martin" userId="S::kuchar.martin@student.sposdk.cz::bdf7a19e-647e-4f26-b105-082c21d9f27d" providerId="AD" clId="Web-{434486AB-71F0-4331-917F-E2584D96F220}" dt="2023-06-02T07:26:10.720" v="0" actId="14100"/>
        <pc:sldMkLst>
          <pc:docMk/>
          <pc:sldMk cId="677345784" sldId="265"/>
        </pc:sldMkLst>
        <pc:picChg chg="mod">
          <ac:chgData name="Kuchař Martin" userId="S::kuchar.martin@student.sposdk.cz::bdf7a19e-647e-4f26-b105-082c21d9f27d" providerId="AD" clId="Web-{434486AB-71F0-4331-917F-E2584D96F220}" dt="2023-06-02T07:26:10.720" v="0" actId="14100"/>
          <ac:picMkLst>
            <pc:docMk/>
            <pc:sldMk cId="677345784" sldId="265"/>
            <ac:picMk id="5" creationId="{9DB25EDB-A33D-CDCF-CEA2-A548E5004748}"/>
          </ac:picMkLst>
        </pc:picChg>
      </pc:sldChg>
    </pc:docChg>
  </pc:docChgLst>
  <pc:docChgLst>
    <pc:chgData name="Králík Antonín" userId="S::kralik.antonin@student.sposdk.cz::9986fb8f-58e1-4283-a044-ae1ce28252bc" providerId="AD" clId="Web-{BB6EA548-42ED-4D3D-AF75-3C8F19D8F68F}"/>
    <pc:docChg chg="delSld modSld">
      <pc:chgData name="Králík Antonín" userId="S::kralik.antonin@student.sposdk.cz::9986fb8f-58e1-4283-a044-ae1ce28252bc" providerId="AD" clId="Web-{BB6EA548-42ED-4D3D-AF75-3C8F19D8F68F}" dt="2023-06-02T06:39:54.819" v="1"/>
      <pc:docMkLst>
        <pc:docMk/>
      </pc:docMkLst>
      <pc:sldChg chg="modSp">
        <pc:chgData name="Králík Antonín" userId="S::kralik.antonin@student.sposdk.cz::9986fb8f-58e1-4283-a044-ae1ce28252bc" providerId="AD" clId="Web-{BB6EA548-42ED-4D3D-AF75-3C8F19D8F68F}" dt="2023-06-02T06:28:18.840" v="0" actId="1076"/>
        <pc:sldMkLst>
          <pc:docMk/>
          <pc:sldMk cId="2756212599" sldId="263"/>
        </pc:sldMkLst>
        <pc:picChg chg="mod">
          <ac:chgData name="Králík Antonín" userId="S::kralik.antonin@student.sposdk.cz::9986fb8f-58e1-4283-a044-ae1ce28252bc" providerId="AD" clId="Web-{BB6EA548-42ED-4D3D-AF75-3C8F19D8F68F}" dt="2023-06-02T06:28:18.840" v="0" actId="1076"/>
          <ac:picMkLst>
            <pc:docMk/>
            <pc:sldMk cId="2756212599" sldId="263"/>
            <ac:picMk id="5" creationId="{A09D3BC5-918E-6546-EB59-6FAC2AB4B620}"/>
          </ac:picMkLst>
        </pc:picChg>
      </pc:sldChg>
      <pc:sldChg chg="del">
        <pc:chgData name="Králík Antonín" userId="S::kralik.antonin@student.sposdk.cz::9986fb8f-58e1-4283-a044-ae1ce28252bc" providerId="AD" clId="Web-{BB6EA548-42ED-4D3D-AF75-3C8F19D8F68F}" dt="2023-06-02T06:39:54.819" v="1"/>
        <pc:sldMkLst>
          <pc:docMk/>
          <pc:sldMk cId="2461205097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7192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546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099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2178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838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11457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852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749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945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269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3222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3009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6698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911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400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3011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8678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920A2E8-A2E9-4457-AF41-8AEA5F9C17BC}" type="datetimeFigureOut">
              <a:rPr lang="cs-CZ" smtClean="0"/>
              <a:t>06.09.2023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DC923AC-3399-4969-AE84-59D8E5852D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243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Třídy, objekty a OOP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1316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1F94DC-41A0-9B3D-B876-4B63FC96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OOP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D1B7CB-5F50-C347-7BA3-6689590E0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71057"/>
            <a:ext cx="8825659" cy="4212772"/>
          </a:xfrm>
        </p:spPr>
        <p:txBody>
          <a:bodyPr>
            <a:normAutofit fontScale="92500" lnSpcReduction="10000"/>
          </a:bodyPr>
          <a:lstStyle/>
          <a:p>
            <a:r>
              <a:rPr lang="cs-CZ"/>
              <a:t>Objektově orientované programování (OOP) je programovací paradigma, které se zaměřuje na vytváření objektů, které mají své vlastnosti a metody. V OOP je program sestaven z objektů, které mohou komunikovat mezi sebou, provádět určité akce a uchovávat data.</a:t>
            </a:r>
          </a:p>
          <a:p>
            <a:r>
              <a:rPr lang="cs-CZ"/>
              <a:t>OOP se opírá o několik základních konceptů, jako jsou třídy, objekty, dědičnost, polymorfismus a zapouzdření. Třídy jsou základním stavebním kamenem OOP a definují vlastnosti a metody pro vytváření objektů. Objekty jsou instance těchto tříd a jsou schopny komunikovat s jinými objekty v programu.</a:t>
            </a:r>
          </a:p>
          <a:p>
            <a:r>
              <a:rPr lang="cs-CZ"/>
              <a:t>Dědičnost umožňuje vytvářet nové třídy na základě již existujících tříd, což usnadňuje rozšíření a údržbu kódu. Polymorfismus umožňuje, aby objekty stejné třídy mohly provádět různé akce. Zapouzdření zajišťuje, že data a metody jsou skryty před vnějším světem a pouze třída sama má k nim přístup.</a:t>
            </a:r>
          </a:p>
          <a:p>
            <a:r>
              <a:rPr lang="cs-CZ"/>
              <a:t>OOP má mnoho výhod, jako jsou modulárnost, </a:t>
            </a:r>
            <a:r>
              <a:rPr lang="cs-CZ" err="1"/>
              <a:t>znovupoužitelnost</a:t>
            </a:r>
            <a:r>
              <a:rPr lang="cs-CZ"/>
              <a:t> kódu, snadná údržba a rozšiřování kódu. OOP se používá v mnoha programovacích jazycích, včetně C#, Java, Python a Ruby.</a:t>
            </a:r>
          </a:p>
        </p:txBody>
      </p:sp>
    </p:spTree>
    <p:extLst>
      <p:ext uri="{BB962C8B-B14F-4D97-AF65-F5344CB8AC3E}">
        <p14:creationId xmlns:p14="http://schemas.microsoft.com/office/powerpoint/2010/main" val="201353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9AB913-ADFB-D6B7-B2A7-7A762E145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Třída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96ADA4-D1B9-3B13-D28A-0A2944C01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145643"/>
          </a:xfrm>
        </p:spPr>
        <p:txBody>
          <a:bodyPr>
            <a:normAutofit/>
          </a:bodyPr>
          <a:lstStyle/>
          <a:p>
            <a:r>
              <a:rPr lang="cs-CZ"/>
              <a:t>Třída je základním konceptem objektově orientovaného programování (OOP). Je to abstraktní datový typ, který obsahuje data a metody, které pracují s těmito daty. Třídy se používají k vytváření objektů, které mohou provádět určité akce a uchovávat data.</a:t>
            </a:r>
          </a:p>
          <a:p>
            <a:r>
              <a:rPr lang="cs-CZ"/>
              <a:t>Třída definuje vlastnosti, které určují charakteristiky objektu, a metody, které určují akce, které může objekt provést. Vlastnosti a metody mohou být veřejné nebo soukromé, což určuje, zda jsou přístupné zvenčí třídy nebo pouze uvnitř ní.</a:t>
            </a:r>
          </a:p>
          <a:p>
            <a:r>
              <a:rPr lang="cs-CZ"/>
              <a:t>Každá třída má konstruktor, který se používá k vytvoření nové instance třídy. Konstruktor může být bezparametrický nebo přetížený.</a:t>
            </a:r>
          </a:p>
          <a:p>
            <a:r>
              <a:rPr lang="cs-CZ"/>
              <a:t>Třídy se používají k organizaci kódu do logických celků a usnadňují správu a rozšiřování kódu. Objekty tříd mohou být vytvářeny a používány opakovaně v různých částech programu.</a:t>
            </a:r>
          </a:p>
        </p:txBody>
      </p:sp>
    </p:spTree>
    <p:extLst>
      <p:ext uri="{BB962C8B-B14F-4D97-AF65-F5344CB8AC3E}">
        <p14:creationId xmlns:p14="http://schemas.microsoft.com/office/powerpoint/2010/main" val="61939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930264-62CC-6B9A-5DCB-72F633B55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Třída ukázka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5" name="Zástupný obsah 4" descr="Obsah obrázku text&#10;&#10;Popis byl vytvořen automaticky">
            <a:extLst>
              <a:ext uri="{FF2B5EF4-FFF2-40B4-BE49-F238E27FC236}">
                <a16:creationId xmlns:a16="http://schemas.microsoft.com/office/drawing/2014/main" id="{A09D3BC5-918E-6546-EB59-6FAC2AB4B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34319" y="1234427"/>
            <a:ext cx="6443180" cy="438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1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7CBCCA-7A39-87A9-59CF-87419D00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Vlastnosti/Parametry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BA3B0B-DC7F-0AE5-C4A7-5FA747A58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60586"/>
          </a:xfrm>
        </p:spPr>
        <p:txBody>
          <a:bodyPr>
            <a:normAutofit/>
          </a:bodyPr>
          <a:lstStyle/>
          <a:p>
            <a:r>
              <a:rPr lang="cs-CZ"/>
              <a:t>Vlastnosti (</a:t>
            </a:r>
            <a:r>
              <a:rPr lang="cs-CZ" err="1"/>
              <a:t>properties</a:t>
            </a:r>
            <a:r>
              <a:rPr lang="cs-CZ"/>
              <a:t>) jsou součástí konceptu zapouzdření dat v OOP a umožňují definovat hodnoty členských proměnných třídy a způsob, jakým k nim mohou být přistupovány zvenčí. Vlastnosti poskytují definované rozhraní, skrze které může uživatel třídy získávat a nastavovat hodnoty těchto proměnných.</a:t>
            </a:r>
          </a:p>
          <a:p>
            <a:r>
              <a:rPr lang="cs-CZ"/>
              <a:t>Vlastnost se skládá ze dvou metod, tzv. </a:t>
            </a:r>
            <a:r>
              <a:rPr lang="cs-CZ" err="1"/>
              <a:t>getter</a:t>
            </a:r>
            <a:r>
              <a:rPr lang="cs-CZ"/>
              <a:t> a </a:t>
            </a:r>
            <a:r>
              <a:rPr lang="cs-CZ" err="1"/>
              <a:t>setter</a:t>
            </a:r>
            <a:r>
              <a:rPr lang="cs-CZ"/>
              <a:t>. </a:t>
            </a:r>
            <a:r>
              <a:rPr lang="cs-CZ" err="1"/>
              <a:t>Getter</a:t>
            </a:r>
            <a:r>
              <a:rPr lang="cs-CZ"/>
              <a:t> vrací hodnotu a </a:t>
            </a:r>
            <a:r>
              <a:rPr lang="cs-CZ" err="1"/>
              <a:t>setter</a:t>
            </a:r>
            <a:r>
              <a:rPr lang="cs-CZ"/>
              <a:t> nastavuje hodnotu. </a:t>
            </a:r>
            <a:r>
              <a:rPr lang="cs-CZ" err="1"/>
              <a:t>Getter</a:t>
            </a:r>
            <a:r>
              <a:rPr lang="cs-CZ"/>
              <a:t> a </a:t>
            </a:r>
            <a:r>
              <a:rPr lang="cs-CZ" err="1"/>
              <a:t>setter</a:t>
            </a:r>
            <a:r>
              <a:rPr lang="cs-CZ"/>
              <a:t> mohou být explicitně definovány, nebo mohou být vygenerovány automaticky při použití zkrácené syntaxe.</a:t>
            </a:r>
          </a:p>
          <a:p>
            <a:r>
              <a:rPr lang="cs-CZ"/>
              <a:t>Použití vlastností umožňuje třídě definovat, jak mohou být její proměnné používány, jaké hodnoty mohou být přijaty a jakým způsobem jsou přístupné.</a:t>
            </a:r>
          </a:p>
        </p:txBody>
      </p:sp>
    </p:spTree>
    <p:extLst>
      <p:ext uri="{BB962C8B-B14F-4D97-AF65-F5344CB8AC3E}">
        <p14:creationId xmlns:p14="http://schemas.microsoft.com/office/powerpoint/2010/main" val="2161668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50B1395-2BFC-61BB-02AF-66FED591B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240" y="1241266"/>
            <a:ext cx="3677103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sz="4800"/>
              <a:t>Vlastnosti /Parametry  Ukázka</a:t>
            </a:r>
            <a:endParaRPr lang="en-US" sz="48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7D6A02A1-1560-B554-DBE2-47CE99EE9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9763" y="1202200"/>
            <a:ext cx="6443180" cy="4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2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9DF135-8927-A76F-CBC2-3E0198527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Konstruktory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322CD1-9CD9-8E22-4A5D-256DCB923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/>
              <a:t>Konstruktory jsou speciální metody třídy, které slouží k inicializaci objektu třídy. Konstruktor může být buď bezparametrický, nebo přetížený a obsahovat parametry. Pokud třída nemá definován konstruktor, je vygenerován konstruktor bezparametrický automaticky.</a:t>
            </a:r>
          </a:p>
          <a:p>
            <a:r>
              <a:rPr lang="cs-CZ"/>
              <a:t>Bezparametrický konstruktor neobsahuje žádné parametry a slouží k inicializaci objektu s výchozími hodnotami. Pokud je třída vytvořena pomocí bezparametrického konstruktoru, jsou členské proměnné inicializovány na jejich výchozí hodnoty.</a:t>
            </a:r>
          </a:p>
          <a:p>
            <a:r>
              <a:rPr lang="cs-CZ"/>
              <a:t>Přetížený konstruktor může obsahovat parametry, které jsou poté použity k inicializaci proměnných objektu. Přetížený konstruktor může být použit pro inicializaci objektu s konkrétními hodnotami, namísto výchozích hodnot.</a:t>
            </a:r>
          </a:p>
        </p:txBody>
      </p:sp>
    </p:spTree>
    <p:extLst>
      <p:ext uri="{BB962C8B-B14F-4D97-AF65-F5344CB8AC3E}">
        <p14:creationId xmlns:p14="http://schemas.microsoft.com/office/powerpoint/2010/main" val="61927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CBD317-19A0-CC0F-86A9-5F5B218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Konstruktory ukázka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9DB25EDB-A33D-CDCF-CEA2-A548E5004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5463" y="1245601"/>
            <a:ext cx="6557480" cy="430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45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E22E3E-B7E9-16E4-53BD-7647CBAF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Metody tříd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96D51C-DEA8-1860-60A1-D5BEC4D6E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Metody jsou funkce, které jsou součástí tříd v OOP. Tyto funkce umožňují objektům třídy provádět určité akce a vrátit výsledky.</a:t>
            </a:r>
          </a:p>
          <a:p>
            <a:r>
              <a:rPr lang="cs-CZ"/>
              <a:t>Metody mohou být veřejné nebo soukromé. Veřejné metody jsou přístupné zvenčí třídy a mohou být volány z jiných částí programu. Soukromé metody jsou pouze přístupné uvnitř třídy a nemohou být volány z jiných částí programu.</a:t>
            </a:r>
          </a:p>
          <a:p>
            <a:r>
              <a:rPr lang="cs-CZ"/>
              <a:t>Metoda může být bez návratové hodnoty, nebo může vrátit určitý typ. Pokud metoda nevrací žádnou hodnotu, je typu </a:t>
            </a:r>
            <a:r>
              <a:rPr lang="cs-CZ" err="1"/>
              <a:t>void</a:t>
            </a:r>
            <a:r>
              <a:rPr lang="cs-CZ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57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FA76A68-6F9C-26B8-9693-6679A743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Metody tříd ukázka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9261CE88-943E-5924-5238-C18874956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9763" y="1302751"/>
            <a:ext cx="6443180" cy="425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8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107FA5-5624-E954-C608-D5F647D05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Objekty ukázka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82A862F7-013B-077E-7BD2-3FB2C71D8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046" y="3375179"/>
            <a:ext cx="9659908" cy="2275114"/>
          </a:xfrm>
        </p:spPr>
      </p:pic>
    </p:spTree>
    <p:extLst>
      <p:ext uri="{BB962C8B-B14F-4D97-AF65-F5344CB8AC3E}">
        <p14:creationId xmlns:p14="http://schemas.microsoft.com/office/powerpoint/2010/main" val="100719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0FDC4E-2669-E853-115B-F0D2FC75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Objekty/Instance třídy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414191-86A9-FF56-6BB3-B9D2997F8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410" y="2545626"/>
            <a:ext cx="8825659" cy="4058557"/>
          </a:xfrm>
        </p:spPr>
        <p:txBody>
          <a:bodyPr>
            <a:normAutofit fontScale="92500" lnSpcReduction="10000"/>
          </a:bodyPr>
          <a:lstStyle/>
          <a:p>
            <a:r>
              <a:rPr lang="cs-CZ"/>
              <a:t>Objekt je základním stavebním kamenem objektově orientovaného programování (OOP). Je to instance třídy, která má své vlastnosti a chování.</a:t>
            </a:r>
          </a:p>
          <a:p>
            <a:r>
              <a:rPr lang="cs-CZ"/>
              <a:t>Objekt obsahuje data, která jsou reprezentována jako jeho vlastnosti, a metody, které jsou k dispozici pro práci s těmito daty. Tyto metody mohou mít různé úkoly, jako například nastavovat a získávat hodnoty vlastností objektu, provádět výpočty, vykreslovat grafické prvky a tak dále.</a:t>
            </a:r>
          </a:p>
          <a:p>
            <a:r>
              <a:rPr lang="cs-CZ"/>
              <a:t>Objekty mohou být vytvořeny z třídy pomocí konstruktoru. Každý objekt má své vlastní data a metody, které jsou unikátní pro danou instanci třídy. Objekty mohou také komunikovat s jinými objekty v programu, což umožňuje vytvářet komplexní aplikace.</a:t>
            </a:r>
          </a:p>
          <a:p>
            <a:r>
              <a:rPr lang="cs-CZ"/>
              <a:t>Objekty jsou velmi užitečné pro vytváření modulárního a rozšiřitelného kódu, protože umožňují oddělení funkcionalit do samostatných jednotek. Objekty také umožňují snadnou údržbu kódu a jeho </a:t>
            </a:r>
            <a:r>
              <a:rPr lang="cs-CZ" err="1"/>
              <a:t>znovupoužitelnost</a:t>
            </a:r>
            <a:r>
              <a:rPr lang="cs-CZ"/>
              <a:t>, protože mohou být vytvořeny znovu a znovu v různých částech programu.</a:t>
            </a:r>
          </a:p>
        </p:txBody>
      </p:sp>
    </p:spTree>
    <p:extLst>
      <p:ext uri="{BB962C8B-B14F-4D97-AF65-F5344CB8AC3E}">
        <p14:creationId xmlns:p14="http://schemas.microsoft.com/office/powerpoint/2010/main" val="33645300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asedací místnost Ion">
  <a:themeElements>
    <a:clrScheme name="Zasedací místnost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Zasedací místnost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asedací místnost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7F82136AEE6D845B51BF3203E2355E9" ma:contentTypeVersion="4" ma:contentTypeDescription="Vytvoří nový dokument" ma:contentTypeScope="" ma:versionID="a4420c69829b445c2db279fd722ee8d5">
  <xsd:schema xmlns:xsd="http://www.w3.org/2001/XMLSchema" xmlns:xs="http://www.w3.org/2001/XMLSchema" xmlns:p="http://schemas.microsoft.com/office/2006/metadata/properties" xmlns:ns2="1a7aaced-daa8-41f2-84e2-caef5211d601" xmlns:ns3="d3d68c48-3b71-41a3-814d-b8f738919ffc" targetNamespace="http://schemas.microsoft.com/office/2006/metadata/properties" ma:root="true" ma:fieldsID="42727c6bb2e5e5046f43718250e72c64" ns2:_="" ns3:_="">
    <xsd:import namespace="1a7aaced-daa8-41f2-84e2-caef5211d601"/>
    <xsd:import namespace="d3d68c48-3b71-41a3-814d-b8f738919f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aaced-daa8-41f2-84e2-caef5211d6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68c48-3b71-41a3-814d-b8f738919ff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EFC10E-614E-44CA-9791-E1D17A6985A3}">
  <ds:schemaRefs>
    <ds:schemaRef ds:uri="1a7aaced-daa8-41f2-84e2-caef5211d601"/>
    <ds:schemaRef ds:uri="d3d68c48-3b71-41a3-814d-b8f738919f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01651D2-927A-4930-84F6-7D50C55CF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0EFB5EC-9EA4-4BF9-B82F-6E5C818D1E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Application>Microsoft Office PowerPoint</Application>
  <PresentationFormat>Širokoúhlá obrazovka</PresentationFormat>
  <Slides>12</Slides>
  <Notes>0</Notes>
  <HiddenSlides>0</HiddenSlide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3" baseType="lpstr">
      <vt:lpstr>Zasedací místnost Ion</vt:lpstr>
      <vt:lpstr>Třídy, objekty a OOP</vt:lpstr>
      <vt:lpstr>OOP</vt:lpstr>
      <vt:lpstr>Třída</vt:lpstr>
      <vt:lpstr>Třída ukázka </vt:lpstr>
      <vt:lpstr>Vlastnosti/Parametry </vt:lpstr>
      <vt:lpstr>Vlastnosti /Parametry  Ukázka</vt:lpstr>
      <vt:lpstr>Konstruktory</vt:lpstr>
      <vt:lpstr>Konstruktory ukázka</vt:lpstr>
      <vt:lpstr>Metody tříd</vt:lpstr>
      <vt:lpstr>Metody tříd ukázka</vt:lpstr>
      <vt:lpstr>Objekty ukázka</vt:lpstr>
      <vt:lpstr>Objekty/Instance třídy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Patas</dc:creator>
  <cp:revision>3</cp:revision>
  <dcterms:created xsi:type="dcterms:W3CDTF">2022-12-26T17:22:37Z</dcterms:created>
  <dcterms:modified xsi:type="dcterms:W3CDTF">2023-09-07T06:26:51Z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0x01010067F82136AEE6D845B51BF3203E2355E9</vt:lpwstr>
  </property>
</Properties>
</file>
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1856F-5008-4917-B822-B9713A00640D}" v="1" dt="2023-01-13T07:01:13.176"/>
    <p1510:client id="{19DD4304-418B-4C19-8D72-58CEFA9EA8AE}" v="23" dt="2023-01-13T07:02:24.555"/>
    <p1510:client id="{319E46EF-B938-4D4F-9466-7E3B80328214}" v="47" dt="2023-01-06T06:57:31.425"/>
    <p1510:client id="{52865FB2-CA9D-4802-9D7E-170136BAD158}" v="2" dt="2023-01-06T07:22:26.058"/>
    <p1510:client id="{91BF63F3-2863-4CDD-AC10-B00AD7F24090}" v="4" dt="2023-01-13T10:09:32.752"/>
    <p1510:client id="{A33C0CD2-82D2-4CDC-BEDE-CAEEDACFC994}" v="4" dt="2023-01-06T07:22:20.906"/>
    <p1510:client id="{EAD9E03F-BB6D-4B9A-B0DB-F897451FF101}" v="16" dt="2023-01-13T06:59:29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álík Antonín" userId="S::kralik.antonin@student.sposdk.cz::9986fb8f-58e1-4283-a044-ae1ce28252bc" providerId="AD" clId="Web-{19DD4304-418B-4C19-8D72-58CEFA9EA8AE}"/>
    <pc:docChg chg="modSld">
      <pc:chgData name="Králík Antonín" userId="S::kralik.antonin@student.sposdk.cz::9986fb8f-58e1-4283-a044-ae1ce28252bc" providerId="AD" clId="Web-{19DD4304-418B-4C19-8D72-58CEFA9EA8AE}" dt="2023-01-13T07:02:24.555" v="22" actId="20577"/>
      <pc:docMkLst>
        <pc:docMk/>
      </pc:docMkLst>
      <pc:sldChg chg="modSp">
        <pc:chgData name="Králík Antonín" userId="S::kralik.antonin@student.sposdk.cz::9986fb8f-58e1-4283-a044-ae1ce28252bc" providerId="AD" clId="Web-{19DD4304-418B-4C19-8D72-58CEFA9EA8AE}" dt="2023-01-13T07:02:24.555" v="22" actId="20577"/>
        <pc:sldMkLst>
          <pc:docMk/>
          <pc:sldMk cId="547989532" sldId="260"/>
        </pc:sldMkLst>
        <pc:spChg chg="mod">
          <ac:chgData name="Králík Antonín" userId="S::kralik.antonin@student.sposdk.cz::9986fb8f-58e1-4283-a044-ae1ce28252bc" providerId="AD" clId="Web-{19DD4304-418B-4C19-8D72-58CEFA9EA8AE}" dt="2023-01-13T07:02:24.555" v="22" actId="20577"/>
          <ac:spMkLst>
            <pc:docMk/>
            <pc:sldMk cId="547989532" sldId="260"/>
            <ac:spMk id="2" creationId="{00000000-0000-0000-0000-000000000000}"/>
          </ac:spMkLst>
        </pc:spChg>
      </pc:sldChg>
    </pc:docChg>
  </pc:docChgLst>
  <pc:docChgLst>
    <pc:chgData name="Patrik Braciník" userId="S::bracinik.patrik@sposdk.cz::5ca0ea4e-838d-42b5-b2ef-440e74024767" providerId="AD" clId="Web-{91BF63F3-2863-4CDD-AC10-B00AD7F24090}"/>
    <pc:docChg chg="modSld sldOrd">
      <pc:chgData name="Patrik Braciník" userId="S::bracinik.patrik@sposdk.cz::5ca0ea4e-838d-42b5-b2ef-440e74024767" providerId="AD" clId="Web-{91BF63F3-2863-4CDD-AC10-B00AD7F24090}" dt="2023-01-13T10:09:32.752" v="3"/>
      <pc:docMkLst>
        <pc:docMk/>
      </pc:docMkLst>
      <pc:sldChg chg="ord">
        <pc:chgData name="Patrik Braciník" userId="S::bracinik.patrik@sposdk.cz::5ca0ea4e-838d-42b5-b2ef-440e74024767" providerId="AD" clId="Web-{91BF63F3-2863-4CDD-AC10-B00AD7F24090}" dt="2023-01-13T10:09:32.752" v="3"/>
        <pc:sldMkLst>
          <pc:docMk/>
          <pc:sldMk cId="547989532" sldId="260"/>
        </pc:sldMkLst>
      </pc:sldChg>
      <pc:sldChg chg="modSp">
        <pc:chgData name="Patrik Braciník" userId="S::bracinik.patrik@sposdk.cz::5ca0ea4e-838d-42b5-b2ef-440e74024767" providerId="AD" clId="Web-{91BF63F3-2863-4CDD-AC10-B00AD7F24090}" dt="2023-01-13T10:09:29.923" v="2" actId="1076"/>
        <pc:sldMkLst>
          <pc:docMk/>
          <pc:sldMk cId="2191520218" sldId="261"/>
        </pc:sldMkLst>
        <pc:picChg chg="mod">
          <ac:chgData name="Patrik Braciník" userId="S::bracinik.patrik@sposdk.cz::5ca0ea4e-838d-42b5-b2ef-440e74024767" providerId="AD" clId="Web-{91BF63F3-2863-4CDD-AC10-B00AD7F24090}" dt="2023-01-13T10:09:29.923" v="2" actId="1076"/>
          <ac:picMkLst>
            <pc:docMk/>
            <pc:sldMk cId="2191520218" sldId="261"/>
            <ac:picMk id="4" creationId="{00000000-0000-0000-0000-000000000000}"/>
          </ac:picMkLst>
        </pc:picChg>
      </pc:sldChg>
    </pc:docChg>
  </pc:docChgLst>
  <pc:docChgLst>
    <pc:chgData name="Kristan Jáchym" userId="S::kristan.jachym@student.sposdk.cz::708308c9-a688-402f-931d-1594cfa9b9b6" providerId="AD" clId="Web-{52865FB2-CA9D-4802-9D7E-170136BAD158}"/>
    <pc:docChg chg="modSld">
      <pc:chgData name="Kristan Jáchym" userId="S::kristan.jachym@student.sposdk.cz::708308c9-a688-402f-931d-1594cfa9b9b6" providerId="AD" clId="Web-{52865FB2-CA9D-4802-9D7E-170136BAD158}" dt="2023-01-06T07:22:24.058" v="0" actId="20577"/>
      <pc:docMkLst>
        <pc:docMk/>
      </pc:docMkLst>
      <pc:sldChg chg="modSp">
        <pc:chgData name="Kristan Jáchym" userId="S::kristan.jachym@student.sposdk.cz::708308c9-a688-402f-931d-1594cfa9b9b6" providerId="AD" clId="Web-{52865FB2-CA9D-4802-9D7E-170136BAD158}" dt="2023-01-06T07:22:24.058" v="0" actId="20577"/>
        <pc:sldMkLst>
          <pc:docMk/>
          <pc:sldMk cId="1444557347" sldId="259"/>
        </pc:sldMkLst>
        <pc:spChg chg="mod">
          <ac:chgData name="Kristan Jáchym" userId="S::kristan.jachym@student.sposdk.cz::708308c9-a688-402f-931d-1594cfa9b9b6" providerId="AD" clId="Web-{52865FB2-CA9D-4802-9D7E-170136BAD158}" dt="2023-01-06T07:22:24.058" v="0" actId="20577"/>
          <ac:spMkLst>
            <pc:docMk/>
            <pc:sldMk cId="1444557347" sldId="259"/>
            <ac:spMk id="2" creationId="{00000000-0000-0000-0000-000000000000}"/>
          </ac:spMkLst>
        </pc:spChg>
      </pc:sldChg>
    </pc:docChg>
  </pc:docChgLst>
  <pc:docChgLst>
    <pc:chgData name="Martinů Natálie" userId="S::martinu.natalie@student.sposdk.cz::980a6d80-7b1f-477e-a188-6a9c12de9610" providerId="AD" clId="Web-{16F1856F-5008-4917-B822-B9713A00640D}"/>
    <pc:docChg chg="sldOrd">
      <pc:chgData name="Martinů Natálie" userId="S::martinu.natalie@student.sposdk.cz::980a6d80-7b1f-477e-a188-6a9c12de9610" providerId="AD" clId="Web-{16F1856F-5008-4917-B822-B9713A00640D}" dt="2023-01-13T07:01:13.176" v="0"/>
      <pc:docMkLst>
        <pc:docMk/>
      </pc:docMkLst>
      <pc:sldChg chg="ord">
        <pc:chgData name="Martinů Natálie" userId="S::martinu.natalie@student.sposdk.cz::980a6d80-7b1f-477e-a188-6a9c12de9610" providerId="AD" clId="Web-{16F1856F-5008-4917-B822-B9713A00640D}" dt="2023-01-13T07:01:13.176" v="0"/>
        <pc:sldMkLst>
          <pc:docMk/>
          <pc:sldMk cId="2191520218" sldId="261"/>
        </pc:sldMkLst>
      </pc:sldChg>
    </pc:docChg>
  </pc:docChgLst>
  <pc:docChgLst>
    <pc:chgData name="Kuchař Martin" userId="S::kuchar.martin@student.sposdk.cz::bdf7a19e-647e-4f26-b105-082c21d9f27d" providerId="AD" clId="Web-{A33C0CD2-82D2-4CDC-BEDE-CAEEDACFC994}"/>
    <pc:docChg chg="modSld">
      <pc:chgData name="Kuchař Martin" userId="S::kuchar.martin@student.sposdk.cz::bdf7a19e-647e-4f26-b105-082c21d9f27d" providerId="AD" clId="Web-{A33C0CD2-82D2-4CDC-BEDE-CAEEDACFC994}" dt="2023-01-06T07:22:18.015" v="2" actId="20577"/>
      <pc:docMkLst>
        <pc:docMk/>
      </pc:docMkLst>
      <pc:sldChg chg="modSp">
        <pc:chgData name="Kuchař Martin" userId="S::kuchar.martin@student.sposdk.cz::bdf7a19e-647e-4f26-b105-082c21d9f27d" providerId="AD" clId="Web-{A33C0CD2-82D2-4CDC-BEDE-CAEEDACFC994}" dt="2023-01-06T07:22:18.015" v="2" actId="20577"/>
        <pc:sldMkLst>
          <pc:docMk/>
          <pc:sldMk cId="1444557347" sldId="259"/>
        </pc:sldMkLst>
        <pc:spChg chg="mod">
          <ac:chgData name="Kuchař Martin" userId="S::kuchar.martin@student.sposdk.cz::bdf7a19e-647e-4f26-b105-082c21d9f27d" providerId="AD" clId="Web-{A33C0CD2-82D2-4CDC-BEDE-CAEEDACFC994}" dt="2023-01-06T07:22:18.015" v="2" actId="20577"/>
          <ac:spMkLst>
            <pc:docMk/>
            <pc:sldMk cId="1444557347" sldId="259"/>
            <ac:spMk id="3" creationId="{00000000-0000-0000-0000-000000000000}"/>
          </ac:spMkLst>
        </pc:spChg>
      </pc:sldChg>
    </pc:docChg>
  </pc:docChgLst>
  <pc:docChgLst>
    <pc:chgData name="Králík Antonín" userId="S::kralik.antonin@student.sposdk.cz::9986fb8f-58e1-4283-a044-ae1ce28252bc" providerId="AD" clId="Web-{EAD9E03F-BB6D-4B9A-B0DB-F897451FF101}"/>
    <pc:docChg chg="modSld">
      <pc:chgData name="Králík Antonín" userId="S::kralik.antonin@student.sposdk.cz::9986fb8f-58e1-4283-a044-ae1ce28252bc" providerId="AD" clId="Web-{EAD9E03F-BB6D-4B9A-B0DB-F897451FF101}" dt="2023-01-13T06:59:27.033" v="14" actId="20577"/>
      <pc:docMkLst>
        <pc:docMk/>
      </pc:docMkLst>
      <pc:sldChg chg="modSp">
        <pc:chgData name="Králík Antonín" userId="S::kralik.antonin@student.sposdk.cz::9986fb8f-58e1-4283-a044-ae1ce28252bc" providerId="AD" clId="Web-{EAD9E03F-BB6D-4B9A-B0DB-F897451FF101}" dt="2023-01-13T06:59:27.033" v="14" actId="20577"/>
        <pc:sldMkLst>
          <pc:docMk/>
          <pc:sldMk cId="1444557347" sldId="259"/>
        </pc:sldMkLst>
        <pc:spChg chg="mod">
          <ac:chgData name="Králík Antonín" userId="S::kralik.antonin@student.sposdk.cz::9986fb8f-58e1-4283-a044-ae1ce28252bc" providerId="AD" clId="Web-{EAD9E03F-BB6D-4B9A-B0DB-F897451FF101}" dt="2023-01-13T06:59:27.033" v="14" actId="20577"/>
          <ac:spMkLst>
            <pc:docMk/>
            <pc:sldMk cId="1444557347" sldId="259"/>
            <ac:spMk id="2" creationId="{00000000-0000-0000-0000-000000000000}"/>
          </ac:spMkLst>
        </pc:spChg>
      </pc:sldChg>
    </pc:docChg>
  </pc:docChgLst>
  <pc:docChgLst>
    <pc:chgData name="Kuchař Martin" userId="S::kuchar.martin@student.sposdk.cz::bdf7a19e-647e-4f26-b105-082c21d9f27d" providerId="AD" clId="Web-{319E46EF-B938-4D4F-9466-7E3B80328214}"/>
    <pc:docChg chg="modSld">
      <pc:chgData name="Kuchař Martin" userId="S::kuchar.martin@student.sposdk.cz::bdf7a19e-647e-4f26-b105-082c21d9f27d" providerId="AD" clId="Web-{319E46EF-B938-4D4F-9466-7E3B80328214}" dt="2023-01-06T06:57:31.018" v="44" actId="20577"/>
      <pc:docMkLst>
        <pc:docMk/>
      </pc:docMkLst>
      <pc:sldChg chg="modSp">
        <pc:chgData name="Kuchař Martin" userId="S::kuchar.martin@student.sposdk.cz::bdf7a19e-647e-4f26-b105-082c21d9f27d" providerId="AD" clId="Web-{319E46EF-B938-4D4F-9466-7E3B80328214}" dt="2023-01-06T06:52:37.932" v="6" actId="20577"/>
        <pc:sldMkLst>
          <pc:docMk/>
          <pc:sldMk cId="880707228" sldId="257"/>
        </pc:sldMkLst>
        <pc:spChg chg="mod">
          <ac:chgData name="Kuchař Martin" userId="S::kuchar.martin@student.sposdk.cz::bdf7a19e-647e-4f26-b105-082c21d9f27d" providerId="AD" clId="Web-{319E46EF-B938-4D4F-9466-7E3B80328214}" dt="2023-01-06T06:52:37.932" v="6" actId="20577"/>
          <ac:spMkLst>
            <pc:docMk/>
            <pc:sldMk cId="880707228" sldId="257"/>
            <ac:spMk id="3" creationId="{00000000-0000-0000-0000-000000000000}"/>
          </ac:spMkLst>
        </pc:spChg>
      </pc:sldChg>
      <pc:sldChg chg="modSp">
        <pc:chgData name="Kuchař Martin" userId="S::kuchar.martin@student.sposdk.cz::bdf7a19e-647e-4f26-b105-082c21d9f27d" providerId="AD" clId="Web-{319E46EF-B938-4D4F-9466-7E3B80328214}" dt="2023-01-06T06:55:16.187" v="24" actId="20577"/>
        <pc:sldMkLst>
          <pc:docMk/>
          <pc:sldMk cId="3315456354" sldId="258"/>
        </pc:sldMkLst>
        <pc:spChg chg="mod">
          <ac:chgData name="Kuchař Martin" userId="S::kuchar.martin@student.sposdk.cz::bdf7a19e-647e-4f26-b105-082c21d9f27d" providerId="AD" clId="Web-{319E46EF-B938-4D4F-9466-7E3B80328214}" dt="2023-01-06T06:55:16.187" v="24" actId="20577"/>
          <ac:spMkLst>
            <pc:docMk/>
            <pc:sldMk cId="3315456354" sldId="258"/>
            <ac:spMk id="3" creationId="{00000000-0000-0000-0000-000000000000}"/>
          </ac:spMkLst>
        </pc:spChg>
      </pc:sldChg>
      <pc:sldChg chg="modSp">
        <pc:chgData name="Kuchař Martin" userId="S::kuchar.martin@student.sposdk.cz::bdf7a19e-647e-4f26-b105-082c21d9f27d" providerId="AD" clId="Web-{319E46EF-B938-4D4F-9466-7E3B80328214}" dt="2023-01-06T06:54:09.841" v="18" actId="20577"/>
        <pc:sldMkLst>
          <pc:docMk/>
          <pc:sldMk cId="1444557347" sldId="259"/>
        </pc:sldMkLst>
        <pc:spChg chg="mod">
          <ac:chgData name="Kuchař Martin" userId="S::kuchar.martin@student.sposdk.cz::bdf7a19e-647e-4f26-b105-082c21d9f27d" providerId="AD" clId="Web-{319E46EF-B938-4D4F-9466-7E3B80328214}" dt="2023-01-06T06:54:09.841" v="18" actId="20577"/>
          <ac:spMkLst>
            <pc:docMk/>
            <pc:sldMk cId="1444557347" sldId="259"/>
            <ac:spMk id="3" creationId="{00000000-0000-0000-0000-000000000000}"/>
          </ac:spMkLst>
        </pc:spChg>
      </pc:sldChg>
      <pc:sldChg chg="modSp">
        <pc:chgData name="Kuchař Martin" userId="S::kuchar.martin@student.sposdk.cz::bdf7a19e-647e-4f26-b105-082c21d9f27d" providerId="AD" clId="Web-{319E46EF-B938-4D4F-9466-7E3B80328214}" dt="2023-01-06T06:55:35.796" v="27" actId="1076"/>
        <pc:sldMkLst>
          <pc:docMk/>
          <pc:sldMk cId="547989532" sldId="260"/>
        </pc:sldMkLst>
        <pc:spChg chg="mod">
          <ac:chgData name="Kuchař Martin" userId="S::kuchar.martin@student.sposdk.cz::bdf7a19e-647e-4f26-b105-082c21d9f27d" providerId="AD" clId="Web-{319E46EF-B938-4D4F-9466-7E3B80328214}" dt="2023-01-06T06:55:26.421" v="25" actId="20577"/>
          <ac:spMkLst>
            <pc:docMk/>
            <pc:sldMk cId="547989532" sldId="260"/>
            <ac:spMk id="3" creationId="{00000000-0000-0000-0000-000000000000}"/>
          </ac:spMkLst>
        </pc:spChg>
        <pc:picChg chg="mod">
          <ac:chgData name="Kuchař Martin" userId="S::kuchar.martin@student.sposdk.cz::bdf7a19e-647e-4f26-b105-082c21d9f27d" providerId="AD" clId="Web-{319E46EF-B938-4D4F-9466-7E3B80328214}" dt="2023-01-06T06:55:35.796" v="27" actId="1076"/>
          <ac:picMkLst>
            <pc:docMk/>
            <pc:sldMk cId="547989532" sldId="260"/>
            <ac:picMk id="4" creationId="{00000000-0000-0000-0000-000000000000}"/>
          </ac:picMkLst>
        </pc:picChg>
      </pc:sldChg>
      <pc:sldChg chg="modSp">
        <pc:chgData name="Kuchař Martin" userId="S::kuchar.martin@student.sposdk.cz::bdf7a19e-647e-4f26-b105-082c21d9f27d" providerId="AD" clId="Web-{319E46EF-B938-4D4F-9466-7E3B80328214}" dt="2023-01-06T06:57:17.174" v="41" actId="20577"/>
        <pc:sldMkLst>
          <pc:docMk/>
          <pc:sldMk cId="2191520218" sldId="261"/>
        </pc:sldMkLst>
        <pc:spChg chg="mod">
          <ac:chgData name="Kuchař Martin" userId="S::kuchar.martin@student.sposdk.cz::bdf7a19e-647e-4f26-b105-082c21d9f27d" providerId="AD" clId="Web-{319E46EF-B938-4D4F-9466-7E3B80328214}" dt="2023-01-06T06:57:17.174" v="41" actId="20577"/>
          <ac:spMkLst>
            <pc:docMk/>
            <pc:sldMk cId="2191520218" sldId="261"/>
            <ac:spMk id="3" creationId="{00000000-0000-0000-0000-000000000000}"/>
          </ac:spMkLst>
        </pc:spChg>
      </pc:sldChg>
      <pc:sldChg chg="modSp">
        <pc:chgData name="Kuchař Martin" userId="S::kuchar.martin@student.sposdk.cz::bdf7a19e-647e-4f26-b105-082c21d9f27d" providerId="AD" clId="Web-{319E46EF-B938-4D4F-9466-7E3B80328214}" dt="2023-01-06T06:57:31.018" v="44" actId="20577"/>
        <pc:sldMkLst>
          <pc:docMk/>
          <pc:sldMk cId="855042556" sldId="262"/>
        </pc:sldMkLst>
        <pc:spChg chg="mod">
          <ac:chgData name="Kuchař Martin" userId="S::kuchar.martin@student.sposdk.cz::bdf7a19e-647e-4f26-b105-082c21d9f27d" providerId="AD" clId="Web-{319E46EF-B938-4D4F-9466-7E3B80328214}" dt="2023-01-06T06:57:31.018" v="44" actId="20577"/>
          <ac:spMkLst>
            <pc:docMk/>
            <pc:sldMk cId="855042556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Pole v jazyce C#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8166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Základní informace o polích v C#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Pole si můžeme představit jako šuplíky ve stole či jako tabulku v Excelu</a:t>
            </a:r>
          </a:p>
          <a:p>
            <a:r>
              <a:rPr lang="cs-CZ"/>
              <a:t>Kdy pole můžou nabývat vždy jednoho typu proměnné (např. když vytvořím pole čísel typu </a:t>
            </a:r>
            <a:r>
              <a:rPr lang="cs-CZ" err="1"/>
              <a:t>int</a:t>
            </a:r>
            <a:r>
              <a:rPr lang="cs-CZ"/>
              <a:t> tak budu do pole moci ukládat jen čísla typu </a:t>
            </a:r>
            <a:r>
              <a:rPr lang="cs-CZ" err="1"/>
              <a:t>int</a:t>
            </a:r>
            <a:r>
              <a:rPr lang="cs-CZ"/>
              <a:t>)</a:t>
            </a:r>
          </a:p>
          <a:p>
            <a:r>
              <a:rPr lang="cs-CZ"/>
              <a:t>Velikost pole udáváme vždy při jeho vytváření a to buď prvotním naplněním nebo deklarací velikosti</a:t>
            </a:r>
          </a:p>
          <a:p>
            <a:r>
              <a:rPr lang="cs-CZ"/>
              <a:t>Po vytvoření pole se následně dotazujeme na dané šuplíky pomocí indexů neboli dotazem na danou pozici v řadě (např. když mám pole veliké 10 tak použitelné indexy jsou vždy interval &lt;0;velikost-1&gt;, a proč velikost -1? Protože indexování začíná od 0 a ne od 1)</a:t>
            </a:r>
          </a:p>
        </p:txBody>
      </p:sp>
    </p:spTree>
    <p:extLst>
      <p:ext uri="{BB962C8B-B14F-4D97-AF65-F5344CB8AC3E}">
        <p14:creationId xmlns:p14="http://schemas.microsoft.com/office/powerpoint/2010/main" val="880707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Tvorba polí a jejich typy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Pole mohou mít jednu až tři dimenze, kdy nejčastěji se budeme setkávat s jedno nebo dvou rozměrnými poli</a:t>
            </a:r>
          </a:p>
          <a:p>
            <a:r>
              <a:rPr lang="cs-CZ"/>
              <a:t>Složitost s procházením pole je </a:t>
            </a:r>
            <a:r>
              <a:rPr lang="cs-CZ" err="1"/>
              <a:t>n^dimenzi</a:t>
            </a:r>
            <a:r>
              <a:rPr lang="cs-CZ"/>
              <a:t> kdy nejjednodušší je lineární složitost a nejsložitější je kubická složitost</a:t>
            </a:r>
          </a:p>
          <a:p>
            <a:r>
              <a:rPr lang="cs-CZ"/>
              <a:t>Pole se tvoří buď přímým naplněním a nebo generací prázdného pole a dané velikosti</a:t>
            </a:r>
          </a:p>
          <a:p>
            <a:pPr lvl="1"/>
            <a:r>
              <a:rPr lang="cs-CZ"/>
              <a:t>Přímým: </a:t>
            </a:r>
            <a:r>
              <a:rPr lang="cs-CZ" err="1"/>
              <a:t>string</a:t>
            </a:r>
            <a:r>
              <a:rPr lang="cs-CZ"/>
              <a:t>[] </a:t>
            </a:r>
            <a:r>
              <a:rPr lang="cs-CZ" err="1"/>
              <a:t>poleJmen</a:t>
            </a:r>
            <a:r>
              <a:rPr lang="cs-CZ"/>
              <a:t> = {„Brunhilda“, „Patrik“, „Tomas“};</a:t>
            </a:r>
          </a:p>
          <a:p>
            <a:pPr lvl="1"/>
            <a:r>
              <a:rPr lang="cs-CZ"/>
              <a:t>Prázdné: </a:t>
            </a:r>
            <a:r>
              <a:rPr lang="cs-CZ" err="1"/>
              <a:t>string</a:t>
            </a:r>
            <a:r>
              <a:rPr lang="cs-CZ"/>
              <a:t>[] </a:t>
            </a:r>
            <a:r>
              <a:rPr lang="cs-CZ" err="1"/>
              <a:t>poleJmen</a:t>
            </a:r>
            <a:r>
              <a:rPr lang="cs-CZ"/>
              <a:t> = </a:t>
            </a:r>
            <a:r>
              <a:rPr lang="cs-CZ" err="1"/>
              <a:t>new</a:t>
            </a:r>
            <a:r>
              <a:rPr lang="cs-CZ"/>
              <a:t> </a:t>
            </a:r>
            <a:r>
              <a:rPr lang="cs-CZ" err="1"/>
              <a:t>string</a:t>
            </a:r>
            <a:r>
              <a:rPr lang="cs-CZ"/>
              <a:t>[3];</a:t>
            </a:r>
          </a:p>
          <a:p>
            <a:r>
              <a:rPr lang="cs-CZ"/>
              <a:t>Takto jsme vytvořili pole o stejné velikosti jen jedno je již plné a druhé se musí teprve naplnit postupně v kódu</a:t>
            </a:r>
          </a:p>
        </p:txBody>
      </p:sp>
    </p:spTree>
    <p:extLst>
      <p:ext uri="{BB962C8B-B14F-4D97-AF65-F5344CB8AC3E}">
        <p14:creationId xmlns:p14="http://schemas.microsoft.com/office/powerpoint/2010/main" val="144455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Příklady využití polí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Máme situaci kdy od uživatele přijímáme čísla, kdy maximum je 20</a:t>
            </a:r>
          </a:p>
          <a:p>
            <a:r>
              <a:rPr lang="cs-CZ"/>
              <a:t>Pokud uživatel vloží 0 znamená to, že už další číslo nechce vložit</a:t>
            </a:r>
          </a:p>
          <a:p>
            <a:r>
              <a:rPr lang="cs-CZ"/>
              <a:t>Pokud bychom to chtěli dělat pomocí 20proměnných tak bychom tuto situaci řešili hodně složitě a nepřehledně</a:t>
            </a:r>
          </a:p>
          <a:p>
            <a:r>
              <a:rPr lang="cs-CZ"/>
              <a:t>Za to když využijeme pole, které si předem vytvoříme o maximální velikosti tedy 20 tak pak už jednoduše pomocí cyklu vkládáme na pozice / indexy pole 0-19 hodnoty získané od uživatele</a:t>
            </a:r>
          </a:p>
        </p:txBody>
      </p:sp>
    </p:spTree>
    <p:extLst>
      <p:ext uri="{BB962C8B-B14F-4D97-AF65-F5344CB8AC3E}">
        <p14:creationId xmlns:p14="http://schemas.microsoft.com/office/powerpoint/2010/main" val="331545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Jednorozměrná pole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Tento tip polí se používá hlavně k uchovávání řad hodnot a je jedno jakého tipu zda textových řetězců či čísel nebo objektů tříd</a:t>
            </a:r>
          </a:p>
          <a:p>
            <a:r>
              <a:rPr lang="cs-CZ"/>
              <a:t>Vyznačuje se, že se prochází systematicky od prvního do posledního a je pro systém nejrychleji čitelné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73" y="4354223"/>
            <a:ext cx="10560344" cy="152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989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Dvourozměrná pole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154954" y="2333155"/>
            <a:ext cx="8825659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Nejčastěji se vyžívají jako tabulky, protože za 2D pole můžeme brát i tabulku v Excelu, dále se využívá v rastrové grafice pro ukládání hodnot pixelů</a:t>
            </a:r>
          </a:p>
          <a:p>
            <a:r>
              <a:rPr lang="cs-CZ"/>
              <a:t>Dvourozměrná pole mají většinou kvadratickou složitost, ale nemusí jí mít protože v dnešní době si většina programovacích jazyků dvourozměrné pole předělává a ukládá jako jednorozměrné tím pádem hodně záleží jak napíšeme cyklus na procházení  protože vždy se musí chodit po řádku a ne po sloupci 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48" y="4725516"/>
            <a:ext cx="100584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520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Výsledky algoritmů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První řádek je výpis prvního pole, kdy máme jen jeden řádek a 10 sloupců</a:t>
            </a:r>
          </a:p>
          <a:p>
            <a:r>
              <a:rPr lang="cs-CZ"/>
              <a:t>Druhá část je výpis druhého pole, kdy máme 10 řádků a 10 sloupců</a:t>
            </a:r>
          </a:p>
          <a:p>
            <a:endParaRPr lang="cs-CZ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888" y="3527819"/>
            <a:ext cx="3308897" cy="290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425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asedací místnost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7F82136AEE6D845B51BF3203E2355E9" ma:contentTypeVersion="4" ma:contentTypeDescription="Vytvoří nový dokument" ma:contentTypeScope="" ma:versionID="a4420c69829b445c2db279fd722ee8d5">
  <xsd:schema xmlns:xsd="http://www.w3.org/2001/XMLSchema" xmlns:xs="http://www.w3.org/2001/XMLSchema" xmlns:p="http://schemas.microsoft.com/office/2006/metadata/properties" xmlns:ns2="1a7aaced-daa8-41f2-84e2-caef5211d601" xmlns:ns3="d3d68c48-3b71-41a3-814d-b8f738919ffc" targetNamespace="http://schemas.microsoft.com/office/2006/metadata/properties" ma:root="true" ma:fieldsID="42727c6bb2e5e5046f43718250e72c64" ns2:_="" ns3:_="">
    <xsd:import namespace="1a7aaced-daa8-41f2-84e2-caef5211d601"/>
    <xsd:import namespace="d3d68c48-3b71-41a3-814d-b8f738919f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7aaced-daa8-41f2-84e2-caef5211d6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d68c48-3b71-41a3-814d-b8f738919ff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F3A8E3-1FC7-4602-BAB0-4CA474D6B22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BF51C3-66EF-4561-A952-983BB6E25093}">
  <ds:schemaRefs>
    <ds:schemaRef ds:uri="1a7aaced-daa8-41f2-84e2-caef5211d601"/>
    <ds:schemaRef ds:uri="d3d68c48-3b71-41a3-814d-b8f738919f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252D5E2-C17E-44BF-92EB-8B1812E81D1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Zasedací síň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Zasedací místnost Ion</vt:lpstr>
      <vt:lpstr>Pole v jazyce C#</vt:lpstr>
      <vt:lpstr>Základní informace o polích v C#</vt:lpstr>
      <vt:lpstr>Tvorba polí a jejich typy</vt:lpstr>
      <vt:lpstr>Příklady využití polí</vt:lpstr>
      <vt:lpstr>Jednorozměrná pole</vt:lpstr>
      <vt:lpstr>Dvourozměrná pole </vt:lpstr>
      <vt:lpstr>Výsledky algoritmů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Pole v jazyce C#</dc:title>
  <dc:creator>Patas</dc:creator>
  <cp:revision>4</cp:revision>
  <dcterms:created xsi:type="dcterms:W3CDTF">2022-12-26T12:31:26Z</dcterms:created>
  <dcterms:modified xsi:type="dcterms:W3CDTF">2023-01-13T10:09:35Z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0x01010067F82136AEE6D845B51BF3203E2355E9</vt:lpwstr>
  </property>
</Properties>
</file>
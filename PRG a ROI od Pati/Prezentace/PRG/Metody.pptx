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  <p:sldId id="262" r:id="rId7"/>
    <p:sldId id="263" r:id="rId8"/>
    <p:sldId id="264" r:id="rId9"/>
    <p:sldId id="265" r:id="rId10"/>
    <p:sldId id="258" r:id="rId11"/>
    <p:sldId id="261" r:id="rId12"/>
    <p:sldId id="260" r:id="rId13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můžete upravit styl předlohy.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99A84129-49BC-4F48-8D82-F7DBBF395E6B}" type="datetimeFigureOut">
              <a:rPr lang="cs-CZ" smtClean="0"/>
              <a:t>26.01.2026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787AA7A4-9EE4-49FF-8B98-B13C0543991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17455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84129-49BC-4F48-8D82-F7DBBF395E6B}" type="datetimeFigureOut">
              <a:rPr lang="cs-CZ" smtClean="0"/>
              <a:t>26.01.2026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AA7A4-9EE4-49FF-8B98-B13C0543991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514653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84129-49BC-4F48-8D82-F7DBBF395E6B}" type="datetimeFigureOut">
              <a:rPr lang="cs-CZ" smtClean="0"/>
              <a:t>26.01.2026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AA7A4-9EE4-49FF-8B98-B13C0543991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95298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84129-49BC-4F48-8D82-F7DBBF395E6B}" type="datetimeFigureOut">
              <a:rPr lang="cs-CZ" smtClean="0"/>
              <a:t>26.01.2026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AA7A4-9EE4-49FF-8B98-B13C0543991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47670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84129-49BC-4F48-8D82-F7DBBF395E6B}" type="datetimeFigureOut">
              <a:rPr lang="cs-CZ" smtClean="0"/>
              <a:t>26.01.2026</a:t>
            </a:fld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AA7A4-9EE4-49FF-8B98-B13C0543991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462984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84129-49BC-4F48-8D82-F7DBBF395E6B}" type="datetimeFigureOut">
              <a:rPr lang="cs-CZ" smtClean="0"/>
              <a:t>26.01.2026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AA7A4-9EE4-49FF-8B98-B13C0543991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12186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84129-49BC-4F48-8D82-F7DBBF395E6B}" type="datetimeFigureOut">
              <a:rPr lang="cs-CZ" smtClean="0"/>
              <a:t>26.01.2026</a:t>
            </a:fld>
            <a:endParaRPr lang="cs-C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AA7A4-9EE4-49FF-8B98-B13C0543991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00023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84129-49BC-4F48-8D82-F7DBBF395E6B}" type="datetimeFigureOut">
              <a:rPr lang="cs-CZ" smtClean="0"/>
              <a:t>26.01.2026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AA7A4-9EE4-49FF-8B98-B13C0543991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258495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cs-CZ"/>
              <a:t>Kliknutím na ikonu přidáte obrázek.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84129-49BC-4F48-8D82-F7DBBF395E6B}" type="datetimeFigureOut">
              <a:rPr lang="cs-CZ" smtClean="0"/>
              <a:t>26.01.2026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AA7A4-9EE4-49FF-8B98-B13C0543991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50625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tický obrázek s popis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/>
              <a:t>Kliknutím na ikonu přidáte obrázek.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84129-49BC-4F48-8D82-F7DBBF395E6B}" type="datetimeFigureOut">
              <a:rPr lang="cs-CZ" smtClean="0"/>
              <a:t>26.01.2026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AA7A4-9EE4-49FF-8B98-B13C0543991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57281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ázev a popis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84129-49BC-4F48-8D82-F7DBBF395E6B}" type="datetimeFigureOut">
              <a:rPr lang="cs-CZ" smtClean="0"/>
              <a:t>26.01.2026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AA7A4-9EE4-49FF-8B98-B13C0543991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82221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ce s popis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84129-49BC-4F48-8D82-F7DBBF395E6B}" type="datetimeFigureOut">
              <a:rPr lang="cs-CZ" smtClean="0"/>
              <a:t>26.01.2026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AA7A4-9EE4-49FF-8B98-B13C0543991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323282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Jmenov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84129-49BC-4F48-8D82-F7DBBF395E6B}" type="datetimeFigureOut">
              <a:rPr lang="cs-CZ" smtClean="0"/>
              <a:t>26.01.2026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AA7A4-9EE4-49FF-8B98-B13C0543991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63614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loup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84129-49BC-4F48-8D82-F7DBBF395E6B}" type="datetimeFigureOut">
              <a:rPr lang="cs-CZ" smtClean="0"/>
              <a:t>26.01.2026</a:t>
            </a:fld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AA7A4-9EE4-49FF-8B98-B13C0543991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620074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loupce s obrázk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/>
              <a:t>Kliknutím na ikonu přidáte obrázek.</a:t>
            </a:r>
            <a:endParaRPr lang="en-US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/>
              <a:t>Kliknutím na ikonu přidáte obrázek.</a:t>
            </a:r>
            <a:endParaRPr lang="en-US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/>
              <a:t>Kliknutím na ikonu přidáte obrázek.</a:t>
            </a:r>
            <a:endParaRPr lang="en-US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84129-49BC-4F48-8D82-F7DBBF395E6B}" type="datetimeFigureOut">
              <a:rPr lang="cs-CZ" smtClean="0"/>
              <a:t>26.01.2026</a:t>
            </a:fld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AA7A4-9EE4-49FF-8B98-B13C0543991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619579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99A84129-49BC-4F48-8D82-F7DBBF395E6B}" type="datetimeFigureOut">
              <a:rPr lang="cs-CZ" smtClean="0"/>
              <a:t>26.01.2026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AA7A4-9EE4-49FF-8B98-B13C0543991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498395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99A84129-49BC-4F48-8D82-F7DBBF395E6B}" type="datetimeFigureOut">
              <a:rPr lang="cs-CZ" smtClean="0"/>
              <a:t>26.01.2026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AA7A4-9EE4-49FF-8B98-B13C0543991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80983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99A84129-49BC-4F48-8D82-F7DBBF395E6B}" type="datetimeFigureOut">
              <a:rPr lang="cs-CZ" smtClean="0"/>
              <a:t>26.01.2026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cs-CZ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787AA7A4-9EE4-49FF-8B98-B13C0543991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34596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cs-CZ"/>
              <a:t>Metody, Procedury, Funkce</a:t>
            </a:r>
          </a:p>
        </p:txBody>
      </p:sp>
    </p:spTree>
    <p:extLst>
      <p:ext uri="{BB962C8B-B14F-4D97-AF65-F5344CB8AC3E}">
        <p14:creationId xmlns:p14="http://schemas.microsoft.com/office/powerpoint/2010/main" val="42099804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Co to jsou metody?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cs-CZ"/>
              <a:t>První metodu jsme již potkali a to tu hlavní, </a:t>
            </a:r>
            <a:r>
              <a:rPr lang="cs-CZ" err="1"/>
              <a:t>main</a:t>
            </a:r>
            <a:r>
              <a:rPr lang="cs-CZ"/>
              <a:t> metodu, která se jediná spouští při zapnutí programu</a:t>
            </a:r>
          </a:p>
          <a:p>
            <a:r>
              <a:rPr lang="cs-CZ"/>
              <a:t>Metody jsou „bloky kódu které jsou určeny k vykonávaní jen jedné funkce programu“</a:t>
            </a:r>
          </a:p>
          <a:p>
            <a:r>
              <a:rPr lang="cs-CZ"/>
              <a:t>Pomocí metod se nám kód zjednodušuje pro čtení, pochopení a ladění(debugging)</a:t>
            </a:r>
          </a:p>
          <a:p>
            <a:r>
              <a:rPr lang="cs-CZ"/>
              <a:t>Metoda by vždy měla nést název toho co dělá a to v rozkazovacím tvaru (sečti, vytvoř, ulož)</a:t>
            </a:r>
          </a:p>
          <a:p>
            <a:r>
              <a:rPr lang="cs-CZ"/>
              <a:t>Metody můžou být bezparametrické nebo parametrické či přetížené</a:t>
            </a:r>
          </a:p>
        </p:txBody>
      </p:sp>
    </p:spTree>
    <p:extLst>
      <p:ext uri="{BB962C8B-B14F-4D97-AF65-F5344CB8AC3E}">
        <p14:creationId xmlns:p14="http://schemas.microsoft.com/office/powerpoint/2010/main" val="25674772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Co to jsou metody?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cs-CZ" b="1" dirty="0"/>
              <a:t>Bezparametrické</a:t>
            </a:r>
            <a:r>
              <a:rPr lang="cs-CZ" dirty="0"/>
              <a:t>:</a:t>
            </a:r>
            <a:r>
              <a:rPr lang="cs-CZ" b="1" dirty="0"/>
              <a:t> </a:t>
            </a:r>
            <a:r>
              <a:rPr lang="cs-CZ" dirty="0"/>
              <a:t>Jsou metody které nepotřebují  žádný vstupní parametr při jejich volání. Z velké části jsou to metody, které připravují prostředí, vypisují informace nebo získávají data pro parametrické</a:t>
            </a:r>
            <a:endParaRPr lang="cs-CZ" b="1" dirty="0"/>
          </a:p>
          <a:p>
            <a:r>
              <a:rPr lang="cs-CZ" b="1" dirty="0"/>
              <a:t>Parametrické</a:t>
            </a:r>
            <a:r>
              <a:rPr lang="cs-CZ" dirty="0"/>
              <a:t>:</a:t>
            </a:r>
            <a:r>
              <a:rPr lang="cs-CZ" b="1" dirty="0"/>
              <a:t> </a:t>
            </a:r>
            <a:r>
              <a:rPr lang="cs-CZ" dirty="0"/>
              <a:t>Jsou metody které při jejich volání potřebují již vytvořené proměnné se kterými dále pracují (metoda sečti bude potřebovat dvě čísla která bude muset sečíst)</a:t>
            </a:r>
          </a:p>
          <a:p>
            <a:r>
              <a:rPr lang="cs-CZ" b="1" dirty="0"/>
              <a:t>Přetížené</a:t>
            </a:r>
            <a:r>
              <a:rPr lang="cs-CZ" dirty="0"/>
              <a:t>:</a:t>
            </a:r>
            <a:r>
              <a:rPr lang="cs-CZ" b="1" dirty="0"/>
              <a:t> </a:t>
            </a:r>
            <a:r>
              <a:rPr lang="cs-CZ" dirty="0"/>
              <a:t>Jsou metody které mají stejný název jako parametrické jen s tím rozdílem, že tam musí být nějaká změna v typu proměnné nebo počtu (metoda sečti v prvním případě měla dvě </a:t>
            </a:r>
            <a:r>
              <a:rPr lang="cs-CZ" dirty="0" err="1"/>
              <a:t>int</a:t>
            </a:r>
            <a:r>
              <a:rPr lang="cs-CZ" dirty="0"/>
              <a:t> proměnné a teď bude mít místo dva double == tím pádem nám vzniknou dvě stejné metody jen jedna bude sčítat celá čísla a druhá i čísla s desetinnou čárkou)</a:t>
            </a:r>
          </a:p>
        </p:txBody>
      </p:sp>
    </p:spTree>
    <p:extLst>
      <p:ext uri="{BB962C8B-B14F-4D97-AF65-F5344CB8AC3E}">
        <p14:creationId xmlns:p14="http://schemas.microsoft.com/office/powerpoint/2010/main" val="2242757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Bezparametrická</a:t>
            </a:r>
          </a:p>
        </p:txBody>
      </p:sp>
      <p:pic>
        <p:nvPicPr>
          <p:cNvPr id="5" name="Obrázek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4529" y="2946399"/>
            <a:ext cx="8853653" cy="1926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1668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Parametrická</a:t>
            </a:r>
          </a:p>
        </p:txBody>
      </p:sp>
      <p:pic>
        <p:nvPicPr>
          <p:cNvPr id="5" name="Obrázek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340" y="2620598"/>
            <a:ext cx="8761027" cy="1372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8110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Přetížená</a:t>
            </a:r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062" y="2536270"/>
            <a:ext cx="7948045" cy="414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4626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Proč se používají metody?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cs-CZ"/>
              <a:t>Zjednodušují čitelnost programu</a:t>
            </a:r>
          </a:p>
          <a:p>
            <a:r>
              <a:rPr lang="cs-CZ"/>
              <a:t>Pomocí parametrů nám umožnují regulovat jejich viditelnost v programu</a:t>
            </a:r>
          </a:p>
          <a:p>
            <a:pPr lvl="1"/>
            <a:r>
              <a:rPr lang="cs-CZ" b="1" err="1"/>
              <a:t>Private</a:t>
            </a:r>
            <a:r>
              <a:rPr lang="cs-CZ"/>
              <a:t>: Privátní metody můžou být zavolány jen v dané třídě, tím pádem je můžeme využít k operacím s danou třídou kdy nechceme aby je mohla vykonávat i jiná třída</a:t>
            </a:r>
          </a:p>
          <a:p>
            <a:pPr lvl="1"/>
            <a:r>
              <a:rPr lang="cs-CZ" b="1"/>
              <a:t>Public</a:t>
            </a:r>
            <a:r>
              <a:rPr lang="cs-CZ"/>
              <a:t>: Veřejné metody mohou být zavolány i z jiné třídy pomocí námi vytvořeného objektu dané třídy tyto metody jsou většinou určené k vykonávání daných funkcí daného objektu/třídy</a:t>
            </a:r>
          </a:p>
          <a:p>
            <a:pPr lvl="1"/>
            <a:r>
              <a:rPr lang="cs-CZ" b="1"/>
              <a:t>Static</a:t>
            </a:r>
            <a:r>
              <a:rPr lang="cs-CZ"/>
              <a:t>: Je speciální možnost metody kdy se váže jak k </a:t>
            </a:r>
            <a:r>
              <a:rPr lang="cs-CZ" err="1"/>
              <a:t>private</a:t>
            </a:r>
            <a:r>
              <a:rPr lang="cs-CZ"/>
              <a:t> tak i public metodě a umožňuje nám práci s těmito metodami uvnitř třidy bez nutnosti vytvoření objektu dané třídy</a:t>
            </a:r>
          </a:p>
        </p:txBody>
      </p:sp>
    </p:spTree>
    <p:extLst>
      <p:ext uri="{BB962C8B-B14F-4D97-AF65-F5344CB8AC3E}">
        <p14:creationId xmlns:p14="http://schemas.microsoft.com/office/powerpoint/2010/main" val="16565489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Co je to Procedura?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1126379" y="2603500"/>
            <a:ext cx="8825659" cy="34163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/>
              <a:t>Procedura je metoda která je bez návratového typu</a:t>
            </a:r>
          </a:p>
          <a:p>
            <a:r>
              <a:rPr lang="cs-CZ"/>
              <a:t>Procedury se považují za jednodušší část metod kdy vždy vykonají svůj úkol ale nijak nevrací nic dál do programu</a:t>
            </a:r>
          </a:p>
          <a:p>
            <a:r>
              <a:rPr lang="cs-CZ"/>
              <a:t>Jsou tedy vhodné k využití při vypisování menu, ukládání dat, správu objektu</a:t>
            </a:r>
          </a:p>
          <a:p>
            <a:r>
              <a:rPr lang="cs-CZ"/>
              <a:t>Zapisuje se vždy s parametrem </a:t>
            </a:r>
            <a:r>
              <a:rPr lang="cs-CZ" b="1" err="1"/>
              <a:t>void</a:t>
            </a:r>
            <a:r>
              <a:rPr lang="cs-CZ" b="1"/>
              <a:t> </a:t>
            </a:r>
            <a:r>
              <a:rPr lang="cs-CZ"/>
              <a:t>neboli prázdný návratový typ</a:t>
            </a:r>
            <a:endParaRPr lang="cs-CZ" b="1"/>
          </a:p>
        </p:txBody>
      </p:sp>
    </p:spTree>
    <p:extLst>
      <p:ext uri="{BB962C8B-B14F-4D97-AF65-F5344CB8AC3E}">
        <p14:creationId xmlns:p14="http://schemas.microsoft.com/office/powerpoint/2010/main" val="32557390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Co je to Funkce?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cs-CZ"/>
              <a:t>Funkce je metoda která po jejím vykonání vrací svůj návratový typ</a:t>
            </a:r>
          </a:p>
          <a:p>
            <a:r>
              <a:rPr lang="cs-CZ"/>
              <a:t>Návratový typ může být úplně cokoliv od základní proměnné přes pole až po objekty tříd</a:t>
            </a:r>
          </a:p>
          <a:p>
            <a:r>
              <a:rPr lang="cs-CZ"/>
              <a:t>Používají se většinou k vykonání nějaké operace kdy následně budeme chtít pracovat s výsledkem, používají se většinou k načítání dat, práci s daty/proměnnými.</a:t>
            </a:r>
          </a:p>
          <a:p>
            <a:r>
              <a:rPr lang="cs-CZ"/>
              <a:t>Vždy při vytváření se použije návratový typ který potřebujeme př. </a:t>
            </a:r>
            <a:r>
              <a:rPr lang="cs-CZ" err="1"/>
              <a:t>int</a:t>
            </a:r>
            <a:r>
              <a:rPr lang="cs-CZ"/>
              <a:t> a pak na konci metody máme slůvko return který nám vrací danou proměnnou bez toho by nám Funkce neprošla kompilátorem</a:t>
            </a:r>
          </a:p>
        </p:txBody>
      </p:sp>
    </p:spTree>
    <p:extLst>
      <p:ext uri="{BB962C8B-B14F-4D97-AF65-F5344CB8AC3E}">
        <p14:creationId xmlns:p14="http://schemas.microsoft.com/office/powerpoint/2010/main" val="399074755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Zasedací místnost Ion">
  <a:themeElements>
    <a:clrScheme name="Zasedací místnost Ion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Zasedací místnost 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Zasedací místnost 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67F82136AEE6D845B51BF3203E2355E9" ma:contentTypeVersion="4" ma:contentTypeDescription="Vytvoří nový dokument" ma:contentTypeScope="" ma:versionID="a4420c69829b445c2db279fd722ee8d5">
  <xsd:schema xmlns:xsd="http://www.w3.org/2001/XMLSchema" xmlns:xs="http://www.w3.org/2001/XMLSchema" xmlns:p="http://schemas.microsoft.com/office/2006/metadata/properties" xmlns:ns2="1a7aaced-daa8-41f2-84e2-caef5211d601" xmlns:ns3="d3d68c48-3b71-41a3-814d-b8f738919ffc" targetNamespace="http://schemas.microsoft.com/office/2006/metadata/properties" ma:root="true" ma:fieldsID="42727c6bb2e5e5046f43718250e72c64" ns2:_="" ns3:_="">
    <xsd:import namespace="1a7aaced-daa8-41f2-84e2-caef5211d601"/>
    <xsd:import namespace="d3d68c48-3b71-41a3-814d-b8f738919ff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7aaced-daa8-41f2-84e2-caef5211d60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3d68c48-3b71-41a3-814d-b8f738919ff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dílí se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dílené s podrobnostmi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0E5F677-F600-4083-9F99-3FFCCE235E8B}">
  <ds:schemaRefs>
    <ds:schemaRef ds:uri="1a7aaced-daa8-41f2-84e2-caef5211d601"/>
    <ds:schemaRef ds:uri="d3d68c48-3b71-41a3-814d-b8f738919ff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34209444-EE9C-4474-A981-41F232CF85AC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30A5F721-3846-4E79-896D-0B9404BC0E2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Application>Microsoft Office PowerPoint</Application>
  <PresentationFormat>Širokoúhlá obrazovka</PresentationFormat>
  <Slides>9</Slides>
  <Notes>0</Notes>
  <HiddenSlides>0</HiddenSlides>
  <ScaleCrop>false</ScaleCrop>
  <HeadingPairs>
    <vt:vector size="4" baseType="variant">
      <vt:variant>
        <vt:lpstr>Motiv</vt:lpstr>
      </vt:variant>
      <vt:variant>
        <vt:i4>1</vt:i4>
      </vt:variant>
      <vt:variant>
        <vt:lpstr>Nadpisy snímků</vt:lpstr>
      </vt:variant>
      <vt:variant>
        <vt:i4>9</vt:i4>
      </vt:variant>
    </vt:vector>
  </HeadingPairs>
  <TitlesOfParts>
    <vt:vector size="10" baseType="lpstr">
      <vt:lpstr>Zasedací místnost Ion</vt:lpstr>
      <vt:lpstr>Metody, Procedury, Funkce</vt:lpstr>
      <vt:lpstr>Co to jsou metody?</vt:lpstr>
      <vt:lpstr>Co to jsou metody?</vt:lpstr>
      <vt:lpstr>Bezparametrická</vt:lpstr>
      <vt:lpstr>Parametrická</vt:lpstr>
      <vt:lpstr>Přetížená</vt:lpstr>
      <vt:lpstr>Proč se používají metody?</vt:lpstr>
      <vt:lpstr>Co je to Procedura?</vt:lpstr>
      <vt:lpstr>Co je to Funkce?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Prezentace aplikace PowerPoint</dc:title>
  <dc:creator>Patas</dc:creator>
  <cp:revision>8</cp:revision>
  <dcterms:created xsi:type="dcterms:W3CDTF">2022-12-26T17:22:15Z</dcterms:created>
  <dcterms:modified xsi:type="dcterms:W3CDTF">2026-01-26T18:55:02Z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0x01010067F82136AEE6D845B51BF3203E2355E9</vt:lpwstr>
  </property>
</Properties>
</file>